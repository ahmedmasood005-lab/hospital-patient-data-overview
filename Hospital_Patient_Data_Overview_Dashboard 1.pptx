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E062C8C9.xml" ContentType="application/vnd.openxmlformats-officedocument.presentationml.slideMaster+xml"/>
  <Override PartName="/ppt/slides/slide_A01_37F9F9F8.xml" ContentType="application/vnd.openxmlformats-officedocument.presentationml.slide+xml"/>
  <Override PartName="/ppt/slides/slide_A02_83A138C9.xml" ContentType="application/vnd.openxmlformats-officedocument.presentationml.slide+xml"/>
  <Override PartName="/ppt/slides/slide_A03_DBACE6DF.xml" ContentType="application/vnd.openxmlformats-officedocument.presentationml.slide+xml"/>
  <Override PartName="/ppt/slides/slide_A04_874B43BE.xml" ContentType="application/vnd.openxmlformats-officedocument.presentationml.slide+xml"/>
  <Override PartName="/ppt/slides/slide_A05_ADDE63E1.xml" ContentType="application/vnd.openxmlformats-officedocument.presentationml.slide+xml"/>
  <Override PartName="/ppt/slides/slide_A06_8CA26F4B.xml" ContentType="application/vnd.openxmlformats-officedocument.presentationml.slide+xml"/>
  <Override PartName="/ppt/slides/slide_A07_FB65EFB3.xml" ContentType="application/vnd.openxmlformats-officedocument.presentationml.slide+xml"/>
  <Override PartName="/ppt/slides/slide_A08_4E25A673.xml" ContentType="application/vnd.openxmlformats-officedocument.presentationml.slide+xml"/>
  <Override PartName="/ppt/slides/slide_A09_8E6CD475.xml" ContentType="application/vnd.openxmlformats-officedocument.presentationml.slide+xml"/>
  <Override PartName="/ppt/slides/slide_A0A_FDC2D27A.xml" ContentType="application/vnd.openxmlformats-officedocument.presentationml.slide+xml"/>
  <Override PartName="/ppt/slides/slide_A0B_BF7D9B98.xml" ContentType="application/vnd.openxmlformats-officedocument.presentationml.slide+xml"/>
  <Override PartName="/ppt/slides/slide_A0C_EBBB1B51.xml" ContentType="application/vnd.openxmlformats-officedocument.presentationml.slide+xml"/>
  <Override PartName="/ppt/slides/slide_A0D_3442BAC0.xml" ContentType="application/vnd.openxmlformats-officedocument.presentationml.slide+xml"/>
  <Override PartName="/ppt/slides/slide_A0E_D59E6213.xml" ContentType="application/vnd.openxmlformats-officedocument.presentationml.slide+xml"/>
  <Override PartName="/ppt/slides/slide_A0F_BE4DBD4.xml" ContentType="application/vnd.openxmlformats-officedocument.presentationml.slide+xml"/>
  <Override PartName="/ppt/slides/slide_A10_2F4BEDE2.xml" ContentType="application/vnd.openxmlformats-officedocument.presentationml.slide+xml"/>
  <Override PartName="/ppt/notesMasters/notesMaster_0_7D0B8941.xml" ContentType="application/vnd.openxmlformats-officedocument.presentationml.notesMaster+xml"/>
  <Override PartName="/ppt/presProps.xml" ContentType="application/vnd.openxmlformats-officedocument.presentationml.presProps+xml"/>
  <Override PartName="/ppt/theme/theme_80000000_E062C8C9.xml" ContentType="application/vnd.openxmlformats-officedocument.theme+xml"/>
  <Override PartName="/ppt/tableStyles.xml" ContentType="application/vnd.openxmlformats-officedocument.presentationml.tableStyles+xml"/>
  <Override PartName="/ppt/slideLayouts/slideLayout_80000001_9B72F457.xml" ContentType="application/vnd.openxmlformats-officedocument.presentationml.slideLayout+xml"/>
  <Override PartName="/ppt/slideLayouts/slideLayout_80000002_6F33FE75.xml" ContentType="application/vnd.openxmlformats-officedocument.presentationml.slideLayout+xml"/>
  <Override PartName="/ppt/slideLayouts/slideLayout_80000003_450529CE.xml" ContentType="application/vnd.openxmlformats-officedocument.presentationml.slideLayout+xml"/>
  <Override PartName="/ppt/slideLayouts/slideLayout_80000004_B34C130B.xml" ContentType="application/vnd.openxmlformats-officedocument.presentationml.slideLayout+xml"/>
  <Override PartName="/ppt/slideLayouts/slideLayout_80000005_852E3746.xml" ContentType="application/vnd.openxmlformats-officedocument.presentationml.slideLayout+xml"/>
  <Override PartName="/ppt/slideLayouts/slideLayout_80000006_30C7594D.xml" ContentType="application/vnd.openxmlformats-officedocument.presentationml.slideLayout+xml"/>
  <Override PartName="/ppt/slideLayouts/slideLayout_80000007_B2FB29A0.xml" ContentType="application/vnd.openxmlformats-officedocument.presentationml.slideLayout+xml"/>
  <Override PartName="/ppt/slideLayouts/slideLayout_80000008_8F5E5C89.xml" ContentType="application/vnd.openxmlformats-officedocument.presentationml.slideLayout+xml"/>
  <Override PartName="/ppt/slideLayouts/slideLayout_80000009_2A8A4844.xml" ContentType="application/vnd.openxmlformats-officedocument.presentationml.slideLayout+xml"/>
  <Override PartName="/ppt/slideLayouts/slideLayout_8000000A_30D33C48.xml" ContentType="application/vnd.openxmlformats-officedocument.presentationml.slideLayout+xml"/>
  <Override PartName="/ppt/slideLayouts/slideLayout_8000000B_86CD9A1F.xml" ContentType="application/vnd.openxmlformats-officedocument.presentationml.slideLayout+xml"/>
  <Override PartName="/ppt/slideLayouts/slideLayout_80000018_7E455C60.xml" ContentType="application/vnd.openxmlformats-officedocument.presentationml.slideLayout+xml"/>
  <Override PartName="/ppt/slideLayouts/slideLayout_80000019_2B0A7DD2.xml" ContentType="application/vnd.openxmlformats-officedocument.presentationml.slideLayout+xml"/>
  <Override PartName="/ppt/slideLayouts/slideLayout_8000001A_F761D727.xml" ContentType="application/vnd.openxmlformats-officedocument.presentationml.slideLayout+xml"/>
  <Override PartName="/ppt/slideLayouts/slideLayout_8000001B_DC909AB3.xml" ContentType="application/vnd.openxmlformats-officedocument.presentationml.slideLayout+xml"/>
  <Override PartName="/ppt/slideLayouts/slideLayout_8000001C_9E8AD995.xml" ContentType="application/vnd.openxmlformats-officedocument.presentationml.slideLayout+xml"/>
  <Override PartName="/ppt/slideLayouts/slideLayout_8000001D_7D09C866.xml" ContentType="application/vnd.openxmlformats-officedocument.presentationml.slideLayout+xml"/>
  <Override PartName="/ppt/slideLayouts/slideLayout_8000001E_F119815F.xml" ContentType="application/vnd.openxmlformats-officedocument.presentationml.slideLayout+xml"/>
  <Override PartName="/ppt/slideLayouts/slideLayout_8000001F_1D0BC52F.xml" ContentType="application/vnd.openxmlformats-officedocument.presentationml.slideLayout+xml"/>
  <Override PartName="/ppt/slideLayouts/slideLayout_80000020_ED9F53BD.xml" ContentType="application/vnd.openxmlformats-officedocument.presentationml.slideLayout+xml"/>
  <Override PartName="/ppt/slideLayouts/slideLayout_80000021_B5D0ECC9.xml" ContentType="application/vnd.openxmlformats-officedocument.presentationml.slideLayout+xml"/>
  <Override PartName="/ppt/slideLayouts/slideLayout_80000022_67CE764C.xml" ContentType="application/vnd.openxmlformats-officedocument.presentationml.slideLayout+xml"/>
  <Override PartName="/ppt/slideLayouts/slideLayout_80000023_91160196.xml" ContentType="application/vnd.openxmlformats-officedocument.presentationml.slideLayout+xml"/>
  <Override PartName="/ppt/slideLayouts/slideLayout_80000024_66DD571.xml" ContentType="application/vnd.openxmlformats-officedocument.presentationml.slideLayout+xml"/>
  <Override PartName="/ppt/slideLayouts/slideLayout_80000025_F26EC6B8.xml" ContentType="application/vnd.openxmlformats-officedocument.presentationml.slideLayout+xml"/>
  <Override PartName="/ppt/slideLayouts/slideLayout_80000026_95A024CB.xml" ContentType="application/vnd.openxmlformats-officedocument.presentationml.slideLayout+xml"/>
  <Override PartName="/ppt/slideLayouts/slideLayout_80000027_BB3DBBEC.xml" ContentType="application/vnd.openxmlformats-officedocument.presentationml.slideLayout+xml"/>
  <Override PartName="/ppt/slideLayouts/slideLayout_80000028_9853D1E9.xml" ContentType="application/vnd.openxmlformats-officedocument.presentationml.slideLayout+xml"/>
  <Override PartName="/ppt/slideLayouts/slideLayout_80000029_9F006C23.xml" ContentType="application/vnd.openxmlformats-officedocument.presentationml.slideLayout+xml"/>
  <Override PartName="/ppt/slideLayouts/slideLayout_8000002A_FF96A00A.xml" ContentType="application/vnd.openxmlformats-officedocument.presentationml.slideLayout+xml"/>
  <Override PartName="/ppt/slideLayouts/slideLayout_8000002B_560D8D78.xml" ContentType="application/vnd.openxmlformats-officedocument.presentationml.slideLayout+xml"/>
  <Override PartName="/ppt/slideLayouts/slideLayout_8000002C_AF199ECA.xml" ContentType="application/vnd.openxmlformats-officedocument.presentationml.slideLayout+xml"/>
  <Override PartName="/ppt/slideLayouts/slideLayout_8000002D_4919F252.xml" ContentType="application/vnd.openxmlformats-officedocument.presentationml.slideLayout+xml"/>
  <Override PartName="/ppt/slideLayouts/slideLayout_8000002E_2093672B.xml" ContentType="application/vnd.openxmlformats-officedocument.presentationml.slideLayout+xml"/>
  <Override PartName="/ppt/slideLayouts/slideLayout_8000002F_65D4D484.xml" ContentType="application/vnd.openxmlformats-officedocument.presentationml.slideLayout+xml"/>
  <Override PartName="/ppt/slideLayouts/slideLayout_80000030_656DED7A.xml" ContentType="application/vnd.openxmlformats-officedocument.presentationml.slideLayout+xml"/>
  <Override PartName="/ppt/slideLayouts/slideLayout_80000031_2C8E8832.xml" ContentType="application/vnd.openxmlformats-officedocument.presentationml.slideLayout+xml"/>
  <Override PartName="/ppt/slideLayouts/slideLayout_80000032_F0D7A908.xml" ContentType="application/vnd.openxmlformats-officedocument.presentationml.slideLayout+xml"/>
  <Override PartName="/ppt/slideLayouts/slideLayout_80000033_91826197.xml" ContentType="application/vnd.openxmlformats-officedocument.presentationml.slideLayout+xml"/>
  <Override PartName="/ppt/slideLayouts/slideLayout_80000034_AF4D78DE.xml" ContentType="application/vnd.openxmlformats-officedocument.presentationml.slideLayout+xml"/>
  <Override PartName="/ppt/slideLayouts/slideLayout_80000035_3426A033.xml" ContentType="application/vnd.openxmlformats-officedocument.presentationml.slideLayout+xml"/>
  <Override PartName="/ppt/slideLayouts/slideLayout_80000036_4E79B5A0.xml" ContentType="application/vnd.openxmlformats-officedocument.presentationml.slideLayout+xml"/>
  <Override PartName="/ppt/slideLayouts/slideLayout_80000037_F9DE1A22.xml" ContentType="application/vnd.openxmlformats-officedocument.presentationml.slideLayout+xml"/>
  <Override PartName="/ppt/slideLayouts/slideLayout_80000038_E0ADCE61.xml" ContentType="application/vnd.openxmlformats-officedocument.presentationml.slideLayout+xml"/>
  <Override PartName="/ppt/slideLayouts/slideLayout_80000039_66B82349.xml" ContentType="application/vnd.openxmlformats-officedocument.presentationml.slideLayout+xml"/>
  <Override PartName="/ppt/slideLayouts/slideLayout_8000003A_C9EFADCA.xml" ContentType="application/vnd.openxmlformats-officedocument.presentationml.slideLayout+xml"/>
  <Override PartName="/ppt/slideLayouts/slideLayout_8000003B_C62C0BB4.xml" ContentType="application/vnd.openxmlformats-officedocument.presentationml.slideLayout+xml"/>
  <Override PartName="/ppt/slideLayouts/slideLayout_8000003C_B9050314.xml" ContentType="application/vnd.openxmlformats-officedocument.presentationml.slideLayout+xml"/>
  <Override PartName="/ppt/slideLayouts/slideLayout_8000003D_6859C20D.xml" ContentType="application/vnd.openxmlformats-officedocument.presentationml.slideLayout+xml"/>
  <Override PartName="/ppt/slideLayouts/slideLayout_8000003E_AAF630A6.xml" ContentType="application/vnd.openxmlformats-officedocument.presentationml.slideLayout+xml"/>
  <Override PartName="/ppt/slideLayouts/slideLayout_8000003F_34899AAD.xml" ContentType="application/vnd.openxmlformats-officedocument.presentationml.slideLayout+xml"/>
  <Override PartName="/ppt/theme/theme_0_7D0B8941.xml" ContentType="application/vnd.openxmlformats-officedocument.theme+xml"/>
  <Override PartName="/ppt/notesSlides/notesSlide_A01_37F9F9F8.xml" ContentType="application/vnd.openxmlformats-officedocument.presentationml.notesSlide+xml"/>
  <Override PartName="/ppt/notesSlides/notesSlide_A02_83A138C9.xml" ContentType="application/vnd.openxmlformats-officedocument.presentationml.notesSlide+xml"/>
  <Override PartName="/ppt/notesSlides/notesSlide_A03_DBACE6DF.xml" ContentType="application/vnd.openxmlformats-officedocument.presentationml.notesSlide+xml"/>
  <Override PartName="/ppt/notesSlides/notesSlide_A04_874B43BE.xml" ContentType="application/vnd.openxmlformats-officedocument.presentationml.notesSlide+xml"/>
  <Override PartName="/ppt/notesSlides/notesSlide_A05_ADDE63E1.xml" ContentType="application/vnd.openxmlformats-officedocument.presentationml.notesSlide+xml"/>
  <Override PartName="/ppt/notesSlides/notesSlide_A06_8CA26F4B.xml" ContentType="application/vnd.openxmlformats-officedocument.presentationml.notesSlide+xml"/>
  <Override PartName="/ppt/notesSlides/notesSlide_A07_FB65EFB3.xml" ContentType="application/vnd.openxmlformats-officedocument.presentationml.notesSlide+xml"/>
  <Override PartName="/ppt/notesSlides/notesSlide_A08_4E25A673.xml" ContentType="application/vnd.openxmlformats-officedocument.presentationml.notesSlide+xml"/>
  <Override PartName="/ppt/notesSlides/notesSlide_A09_8E6CD475.xml" ContentType="application/vnd.openxmlformats-officedocument.presentationml.notesSlide+xml"/>
  <Override PartName="/ppt/notesSlides/notesSlide_A0A_FDC2D27A.xml" ContentType="application/vnd.openxmlformats-officedocument.presentationml.notesSlide+xml"/>
  <Override PartName="/ppt/notesSlides/notesSlide_A0B_BF7D9B98.xml" ContentType="application/vnd.openxmlformats-officedocument.presentationml.notesSlide+xml"/>
  <Override PartName="/ppt/notesSlides/notesSlide_A0C_EBBB1B51.xml" ContentType="application/vnd.openxmlformats-officedocument.presentationml.notesSlide+xml"/>
  <Override PartName="/ppt/notesSlides/notesSlide_A0D_3442BAC0.xml" ContentType="application/vnd.openxmlformats-officedocument.presentationml.notesSlide+xml"/>
  <Override PartName="/ppt/notesSlides/notesSlide_A0E_D59E6213.xml" ContentType="application/vnd.openxmlformats-officedocument.presentationml.notesSlide+xml"/>
  <Override PartName="/ppt/notesSlides/notesSlide_A0F_BE4DBD4.xml" ContentType="application/vnd.openxmlformats-officedocument.presentationml.notesSlide+xml"/>
  <Override PartName="/ppt/notesSlides/notesSlide_A10_2F4BEDE2.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spital Patient Data Overview Dashboard" id="{507270FD-2FF1-401C-A5DB-894FC87B4FCF}">
          <p14:sldIdLst>
            <p14:sldId id="2561"/>
          </p14:sldIdLst>
        </p14:section>
        <p14:section name="Project Overview and Context" id="{F36589B9-1E98-4BEE-9836-BCE85766FB84}">
          <p14:sldIdLst>
            <p14:sldId id="2562"/>
            <p14:sldId id="2563"/>
            <p14:sldId id="2564"/>
          </p14:sldIdLst>
        </p14:section>
        <p14:section name="Problem Definition and Project Goals" id="{656B3A3B-5500-4905-A840-C1116C942281}">
          <p14:sldIdLst>
            <p14:sldId id="2565"/>
            <p14:sldId id="2566"/>
            <p14:sldId id="2567"/>
          </p14:sldIdLst>
        </p14:section>
        <p14:section name="Technology Stack and Data Foundation" id="{3FF7C3A3-ED7D-45DC-9435-670AAC3AFBEE}">
          <p14:sldIdLst>
            <p14:sldId id="2568"/>
            <p14:sldId id="2569"/>
            <p14:sldId id="2570"/>
          </p14:sldIdLst>
        </p14:section>
        <p14:section name="System Design and Functional Features" id="{2681B07F-B23C-43A6-BBCF-3D375F85F2BE}">
          <p14:sldIdLst>
            <p14:sldId id="2571"/>
            <p14:sldId id="2572"/>
            <p14:sldId id="2573"/>
          </p14:sldIdLst>
        </p14:section>
        <p14:section name="Visualization, Results, and Future Outlook" id="{10C8331D-6BEE-4685-93E5-1BCFB5E26BF0}">
          <p14:sldIdLst>
            <p14:sldId id="2574"/>
            <p14:sldId id="2575"/>
            <p14:sldId id="25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FB65EFB3.xml"/><Relationship Id="rId13" Type="http://schemas.openxmlformats.org/officeDocument/2006/relationships/slide" Target="slides/slide_A0C_EBBB1B51.xml"/><Relationship Id="rId18" Type="http://schemas.openxmlformats.org/officeDocument/2006/relationships/notesMaster" Target="notesMasters/notesMaster_0_7D0B8941.xml"/><Relationship Id="rId3" Type="http://schemas.openxmlformats.org/officeDocument/2006/relationships/slide" Target="slides/slide_A02_83A138C9.xml"/><Relationship Id="rId21" Type="http://schemas.openxmlformats.org/officeDocument/2006/relationships/tableStyles" Target="tableStyles.xml"/><Relationship Id="rId7" Type="http://schemas.openxmlformats.org/officeDocument/2006/relationships/slide" Target="slides/slide_A06_8CA26F4B.xml"/><Relationship Id="rId12" Type="http://schemas.openxmlformats.org/officeDocument/2006/relationships/slide" Target="slides/slide_A0B_BF7D9B98.xml"/><Relationship Id="rId17" Type="http://schemas.openxmlformats.org/officeDocument/2006/relationships/slide" Target="slides/slide_A10_2F4BEDE2.xml"/><Relationship Id="rId2" Type="http://schemas.openxmlformats.org/officeDocument/2006/relationships/slide" Target="slides/slide_A01_37F9F9F8.xml"/><Relationship Id="rId16" Type="http://schemas.openxmlformats.org/officeDocument/2006/relationships/slide" Target="slides/slide_A0F_BE4DBD4.xml"/><Relationship Id="rId20" Type="http://schemas.openxmlformats.org/officeDocument/2006/relationships/theme" Target="theme/theme_80000000_E062C8C9.xml"/><Relationship Id="rId1" Type="http://schemas.openxmlformats.org/officeDocument/2006/relationships/slideMaster" Target="slideMasters/slideMaster_80000000_E062C8C9.xml"/><Relationship Id="rId6" Type="http://schemas.openxmlformats.org/officeDocument/2006/relationships/slide" Target="slides/slide_A05_ADDE63E1.xml"/><Relationship Id="rId11" Type="http://schemas.openxmlformats.org/officeDocument/2006/relationships/slide" Target="slides/slide_A0A_FDC2D27A.xml"/><Relationship Id="rId5" Type="http://schemas.openxmlformats.org/officeDocument/2006/relationships/slide" Target="slides/slide_A04_874B43BE.xml"/><Relationship Id="rId15" Type="http://schemas.openxmlformats.org/officeDocument/2006/relationships/slide" Target="slides/slide_A0E_D59E6213.xml"/><Relationship Id="rId10" Type="http://schemas.openxmlformats.org/officeDocument/2006/relationships/slide" Target="slides/slide_A09_8E6CD475.xml"/><Relationship Id="rId19" Type="http://schemas.openxmlformats.org/officeDocument/2006/relationships/presProps" Target="presProps.xml"/><Relationship Id="rId4" Type="http://schemas.openxmlformats.org/officeDocument/2006/relationships/slide" Target="slides/slide_A03_DBACE6DF.xml"/><Relationship Id="rId9" Type="http://schemas.openxmlformats.org/officeDocument/2006/relationships/slide" Target="slides/slide_A08_4E25A673.xml"/><Relationship Id="rId14" Type="http://schemas.openxmlformats.org/officeDocument/2006/relationships/slide" Target="slides/slide_A0D_3442BAC0.xml"/></Relationships>
</file>

<file path=ppt/notesMasters/_rels/notesMaster_0_7D0B8941.xml.rels><?xml version="1.0" encoding="UTF-8" standalone="yes"?>
<Relationships xmlns="http://schemas.openxmlformats.org/package/2006/relationships"><Relationship Id="rId1" Type="http://schemas.openxmlformats.org/officeDocument/2006/relationships/theme" Target="../theme/theme_0_7D0B8941.xml"/></Relationships>
</file>

<file path=ppt/notesMasters/notesMaster_0_7D0B894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6D5BA2-E02F-4590-A8CF-DAC7892DC655}"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A539E8-33B5-4EF9-A8C0-033FF5AE688C}" type="slidenum">
              <a:t/>
            </a:fld>
            <a:endParaRPr lang="en-US"/>
          </a:p>
        </p:txBody>
      </p:sp>
    </p:spTree>
    <p:extLst>
      <p:ext uri="{BB962C8B-B14F-4D97-AF65-F5344CB8AC3E}">
        <p14:creationId xmlns:p14="http://schemas.microsoft.com/office/powerpoint/2010/main" val="2097908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FDC2D27A.xml.rels><?xml version="1.0" encoding="UTF-8" standalone="yes"?>
<Relationships xmlns="http://schemas.openxmlformats.org/package/2006/relationships"><Relationship Id="rId2" Type="http://schemas.openxmlformats.org/officeDocument/2006/relationships/slide" Target="../slides/slide_A0A_FDC2D27A.xml"/><Relationship Id="rId1" Type="http://schemas.openxmlformats.org/officeDocument/2006/relationships/notesMaster" Target="../notesMasters/notesMaster_0_7D0B8941.xml"/></Relationships>
</file>

<file path=ppt/notesSlides/_rels/notesSlide_A0B_BF7D9B98.xml.rels><?xml version="1.0" encoding="UTF-8" standalone="yes"?>
<Relationships xmlns="http://schemas.openxmlformats.org/package/2006/relationships"><Relationship Id="rId2" Type="http://schemas.openxmlformats.org/officeDocument/2006/relationships/slide" Target="../slides/slide_A0B_BF7D9B98.xml"/><Relationship Id="rId1" Type="http://schemas.openxmlformats.org/officeDocument/2006/relationships/notesMaster" Target="../notesMasters/notesMaster_0_7D0B8941.xml"/></Relationships>
</file>

<file path=ppt/notesSlides/_rels/notesSlide_A0C_EBBB1B51.xml.rels><?xml version="1.0" encoding="UTF-8" standalone="yes"?>
<Relationships xmlns="http://schemas.openxmlformats.org/package/2006/relationships"><Relationship Id="rId2" Type="http://schemas.openxmlformats.org/officeDocument/2006/relationships/slide" Target="../slides/slide_A0C_EBBB1B51.xml"/><Relationship Id="rId1" Type="http://schemas.openxmlformats.org/officeDocument/2006/relationships/notesMaster" Target="../notesMasters/notesMaster_0_7D0B8941.xml"/></Relationships>
</file>

<file path=ppt/notesSlides/_rels/notesSlide_A0D_3442BAC0.xml.rels><?xml version="1.0" encoding="UTF-8" standalone="yes"?>
<Relationships xmlns="http://schemas.openxmlformats.org/package/2006/relationships"><Relationship Id="rId2" Type="http://schemas.openxmlformats.org/officeDocument/2006/relationships/slide" Target="../slides/slide_A0D_3442BAC0.xml"/><Relationship Id="rId1" Type="http://schemas.openxmlformats.org/officeDocument/2006/relationships/notesMaster" Target="../notesMasters/notesMaster_0_7D0B8941.xml"/></Relationships>
</file>

<file path=ppt/notesSlides/_rels/notesSlide_A0E_D59E6213.xml.rels><?xml version="1.0" encoding="UTF-8" standalone="yes"?>
<Relationships xmlns="http://schemas.openxmlformats.org/package/2006/relationships"><Relationship Id="rId2" Type="http://schemas.openxmlformats.org/officeDocument/2006/relationships/slide" Target="../slides/slide_A0E_D59E6213.xml"/><Relationship Id="rId1" Type="http://schemas.openxmlformats.org/officeDocument/2006/relationships/notesMaster" Target="../notesMasters/notesMaster_0_7D0B8941.xml"/></Relationships>
</file>

<file path=ppt/notesSlides/_rels/notesSlide_A0F_BE4DBD4.xml.rels><?xml version="1.0" encoding="UTF-8" standalone="yes"?>
<Relationships xmlns="http://schemas.openxmlformats.org/package/2006/relationships"><Relationship Id="rId2" Type="http://schemas.openxmlformats.org/officeDocument/2006/relationships/slide" Target="../slides/slide_A0F_BE4DBD4.xml"/><Relationship Id="rId1" Type="http://schemas.openxmlformats.org/officeDocument/2006/relationships/notesMaster" Target="../notesMasters/notesMaster_0_7D0B8941.xml"/></Relationships>
</file>

<file path=ppt/notesSlides/_rels/notesSlide_A01_37F9F9F8.xml.rels><?xml version="1.0" encoding="UTF-8" standalone="yes"?>
<Relationships xmlns="http://schemas.openxmlformats.org/package/2006/relationships"><Relationship Id="rId2" Type="http://schemas.openxmlformats.org/officeDocument/2006/relationships/slide" Target="../slides/slide_A01_37F9F9F8.xml"/><Relationship Id="rId1" Type="http://schemas.openxmlformats.org/officeDocument/2006/relationships/notesMaster" Target="../notesMasters/notesMaster_0_7D0B8941.xml"/></Relationships>
</file>

<file path=ppt/notesSlides/_rels/notesSlide_A02_83A138C9.xml.rels><?xml version="1.0" encoding="UTF-8" standalone="yes"?>
<Relationships xmlns="http://schemas.openxmlformats.org/package/2006/relationships"><Relationship Id="rId2" Type="http://schemas.openxmlformats.org/officeDocument/2006/relationships/slide" Target="../slides/slide_A02_83A138C9.xml"/><Relationship Id="rId1" Type="http://schemas.openxmlformats.org/officeDocument/2006/relationships/notesMaster" Target="../notesMasters/notesMaster_0_7D0B8941.xml"/></Relationships>
</file>

<file path=ppt/notesSlides/_rels/notesSlide_A03_DBACE6DF.xml.rels><?xml version="1.0" encoding="UTF-8" standalone="yes"?>
<Relationships xmlns="http://schemas.openxmlformats.org/package/2006/relationships"><Relationship Id="rId2" Type="http://schemas.openxmlformats.org/officeDocument/2006/relationships/slide" Target="../slides/slide_A03_DBACE6DF.xml"/><Relationship Id="rId1" Type="http://schemas.openxmlformats.org/officeDocument/2006/relationships/notesMaster" Target="../notesMasters/notesMaster_0_7D0B8941.xml"/></Relationships>
</file>

<file path=ppt/notesSlides/_rels/notesSlide_A04_874B43BE.xml.rels><?xml version="1.0" encoding="UTF-8" standalone="yes"?>
<Relationships xmlns="http://schemas.openxmlformats.org/package/2006/relationships"><Relationship Id="rId2" Type="http://schemas.openxmlformats.org/officeDocument/2006/relationships/slide" Target="../slides/slide_A04_874B43BE.xml"/><Relationship Id="rId1" Type="http://schemas.openxmlformats.org/officeDocument/2006/relationships/notesMaster" Target="../notesMasters/notesMaster_0_7D0B8941.xml"/></Relationships>
</file>

<file path=ppt/notesSlides/_rels/notesSlide_A05_ADDE63E1.xml.rels><?xml version="1.0" encoding="UTF-8" standalone="yes"?>
<Relationships xmlns="http://schemas.openxmlformats.org/package/2006/relationships"><Relationship Id="rId2" Type="http://schemas.openxmlformats.org/officeDocument/2006/relationships/slide" Target="../slides/slide_A05_ADDE63E1.xml"/><Relationship Id="rId1" Type="http://schemas.openxmlformats.org/officeDocument/2006/relationships/notesMaster" Target="../notesMasters/notesMaster_0_7D0B8941.xml"/></Relationships>
</file>

<file path=ppt/notesSlides/_rels/notesSlide_A06_8CA26F4B.xml.rels><?xml version="1.0" encoding="UTF-8" standalone="yes"?>
<Relationships xmlns="http://schemas.openxmlformats.org/package/2006/relationships"><Relationship Id="rId2" Type="http://schemas.openxmlformats.org/officeDocument/2006/relationships/slide" Target="../slides/slide_A06_8CA26F4B.xml"/><Relationship Id="rId1" Type="http://schemas.openxmlformats.org/officeDocument/2006/relationships/notesMaster" Target="../notesMasters/notesMaster_0_7D0B8941.xml"/></Relationships>
</file>

<file path=ppt/notesSlides/_rels/notesSlide_A07_FB65EFB3.xml.rels><?xml version="1.0" encoding="UTF-8" standalone="yes"?>
<Relationships xmlns="http://schemas.openxmlformats.org/package/2006/relationships"><Relationship Id="rId2" Type="http://schemas.openxmlformats.org/officeDocument/2006/relationships/slide" Target="../slides/slide_A07_FB65EFB3.xml"/><Relationship Id="rId1" Type="http://schemas.openxmlformats.org/officeDocument/2006/relationships/notesMaster" Target="../notesMasters/notesMaster_0_7D0B8941.xml"/></Relationships>
</file>

<file path=ppt/notesSlides/_rels/notesSlide_A08_4E25A673.xml.rels><?xml version="1.0" encoding="UTF-8" standalone="yes"?>
<Relationships xmlns="http://schemas.openxmlformats.org/package/2006/relationships"><Relationship Id="rId2" Type="http://schemas.openxmlformats.org/officeDocument/2006/relationships/slide" Target="../slides/slide_A08_4E25A673.xml"/><Relationship Id="rId1" Type="http://schemas.openxmlformats.org/officeDocument/2006/relationships/notesMaster" Target="../notesMasters/notesMaster_0_7D0B8941.xml"/></Relationships>
</file>

<file path=ppt/notesSlides/_rels/notesSlide_A09_8E6CD475.xml.rels><?xml version="1.0" encoding="UTF-8" standalone="yes"?>
<Relationships xmlns="http://schemas.openxmlformats.org/package/2006/relationships"><Relationship Id="rId2" Type="http://schemas.openxmlformats.org/officeDocument/2006/relationships/slide" Target="../slides/slide_A09_8E6CD475.xml"/><Relationship Id="rId1" Type="http://schemas.openxmlformats.org/officeDocument/2006/relationships/notesMaster" Target="../notesMasters/notesMaster_0_7D0B8941.xml"/></Relationships>
</file>

<file path=ppt/notesSlides/_rels/notesSlide_A10_2F4BEDE2.xml.rels><?xml version="1.0" encoding="UTF-8" standalone="yes"?>
<Relationships xmlns="http://schemas.openxmlformats.org/package/2006/relationships"><Relationship Id="rId2" Type="http://schemas.openxmlformats.org/officeDocument/2006/relationships/slide" Target="../slides/slide_A10_2F4BEDE2.xml"/><Relationship Id="rId1" Type="http://schemas.openxmlformats.org/officeDocument/2006/relationships/notesMaster" Target="../notesMasters/notesMaster_0_7D0B8941.xml"/></Relationships>
</file>

<file path=ppt/notesSlides/notesSlide_A0A_FDC2D27A.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dataset used in the dashboard consists of hospital patient records stored in a CSV format, making it easy to load and process using Pandas. Key attributes include patient ID, age, gender, disease, admission type, admission and discharge dates, length of stay, treatment details, outcomes, and hospital billing information. Before visualization, the dataset undergoes preprocessing to ensure data quality and consistency. This includes handling missing values, correcting inconsistent entries, and converting date fields into usable formats. Calculating derived metrics such as length of stay or average billing requires accurate preprocessing steps. By cleaning and structuring the data beforehand, the dashboard ensures that all visualizations and statistics are reliable. This slide emphasizes the importance of data preparation in analytics projects, as even the most advanced visualization tools cannot compensate for poor data quality. The preprocessing stage forms the backbone of the system’s analytical accuracy.</a:t>
            </a:r>
          </a:p>
        </p:txBody>
      </p:sp>
      <p:sp>
        <p:nvSpPr>
          <p:cNvPr id="4" name="Slide Number Placeholder 3"/>
          <p:cNvSpPr>
            <a:spLocks noGrp="1"/>
          </p:cNvSpPr>
          <p:nvPr>
            <p:ph type="sldNum" sz="quarter" idx="5"/>
          </p:nvPr>
        </p:nvSpPr>
        <p:spPr/>
        <p:txBody>
          <a:bodyPr/>
          <a:lstStyle/>
          <a:p>
            <a:fld id="{8CC953E8-F5C8-4278-8343-4644738D537E}" type="slidenum">
              <a:t/>
            </a:fld>
            <a:endParaRPr lang="en-US"/>
          </a:p>
        </p:txBody>
      </p:sp>
    </p:spTree>
    <p:extLst>
      <p:ext uri="{BB962C8B-B14F-4D97-AF65-F5344CB8AC3E}">
        <p14:creationId xmlns:p14="http://schemas.microsoft.com/office/powerpoint/2010/main" val="1103639855"/>
      </p:ext>
    </p:extLst>
  </p:cSld>
  <p:clrMapOvr>
    <a:masterClrMapping/>
  </p:clrMapOvr>
</p:notes>
</file>

<file path=ppt/notesSlides/notesSlide_A0B_BF7D9B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System Workflow and Data Processing Pipeline, Dashboard Features and User Interaction</a:t>
            </a:r>
          </a:p>
        </p:txBody>
      </p:sp>
      <p:sp>
        <p:nvSpPr>
          <p:cNvPr id="4" name="Slide Number Placeholder 3"/>
          <p:cNvSpPr>
            <a:spLocks noGrp="1"/>
          </p:cNvSpPr>
          <p:nvPr>
            <p:ph type="sldNum" sz="quarter" idx="5"/>
          </p:nvPr>
        </p:nvSpPr>
        <p:spPr/>
        <p:txBody>
          <a:bodyPr/>
          <a:lstStyle/>
          <a:p>
            <a:fld id="{8CC953E8-F5C8-4278-8343-4644738D537E}" type="slidenum">
              <a:t/>
            </a:fld>
            <a:endParaRPr lang="en-US"/>
          </a:p>
        </p:txBody>
      </p:sp>
    </p:spTree>
    <p:extLst>
      <p:ext uri="{BB962C8B-B14F-4D97-AF65-F5344CB8AC3E}">
        <p14:creationId xmlns:p14="http://schemas.microsoft.com/office/powerpoint/2010/main" val="718109461"/>
      </p:ext>
    </p:extLst>
  </p:cSld>
  <p:clrMapOvr>
    <a:masterClrMapping/>
  </p:clrMapOvr>
</p:notes>
</file>

<file path=ppt/notesSlides/notesSlide_A0C_EBBB1B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system workflow of the Hospital Patient Data Overview Dashboard follows a clear and logical sequence designed to transform raw data into meaningful insights. The process begins with loading the hospital dataset from a CSV file, which is then read into the application using Pandas. Once loaded, the data undergoes preprocessing steps such as cleaning, formatting, and validation. Statistical calculations are then performed to derive key metrics, including patient counts, averages, and distributions. The processed data is displayed within the GUI through tables and summary panels, allowing users to inspect individual records. Visualization functions are triggered to generate charts that represent demographic and clinical trends. Finally, these insights are presented cohesively within the dashboard interface. This structured workflow ensures accuracy, efficiency, and repeatability, making the system reliable for regular use.</a:t>
            </a:r>
          </a:p>
        </p:txBody>
      </p:sp>
      <p:sp>
        <p:nvSpPr>
          <p:cNvPr id="4" name="Slide Number Placeholder 3"/>
          <p:cNvSpPr>
            <a:spLocks noGrp="1"/>
          </p:cNvSpPr>
          <p:nvPr>
            <p:ph type="sldNum" sz="quarter" idx="5"/>
          </p:nvPr>
        </p:nvSpPr>
        <p:spPr/>
        <p:txBody>
          <a:bodyPr/>
          <a:lstStyle/>
          <a:p>
            <a:fld id="{8CC953E8-F5C8-4278-8343-4644738D537E}" type="slidenum">
              <a:t/>
            </a:fld>
            <a:endParaRPr lang="en-US"/>
          </a:p>
        </p:txBody>
      </p:sp>
    </p:spTree>
    <p:extLst>
      <p:ext uri="{BB962C8B-B14F-4D97-AF65-F5344CB8AC3E}">
        <p14:creationId xmlns:p14="http://schemas.microsoft.com/office/powerpoint/2010/main" val="3969544236"/>
      </p:ext>
    </p:extLst>
  </p:cSld>
  <p:clrMapOvr>
    <a:masterClrMapping/>
  </p:clrMapOvr>
</p:notes>
</file>

<file path=ppt/notesSlides/notesSlide_A0D_3442BAC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dashboard offers a comprehensive set of features designed to enhance usability and analytical depth. A professional GUI layout ensures clarity and ease of navigation. Users can view patient summaries, search records by patient ID, and scroll through detailed tables of records. Analytical features include age, gender, and disease distribution analyses, as well as treatment outcome and hospital bill evaluations. A dedicated statistics panel presents key numerical insights at a glance. Additional functions such as exporting summaries and refreshing the dashboard improve practicality. These features collectively create an interactive environment where users can explore data dynamically rather than passively viewing static reports.</a:t>
            </a:r>
          </a:p>
        </p:txBody>
      </p:sp>
      <p:sp>
        <p:nvSpPr>
          <p:cNvPr id="4" name="Slide Number Placeholder 3"/>
          <p:cNvSpPr>
            <a:spLocks noGrp="1"/>
          </p:cNvSpPr>
          <p:nvPr>
            <p:ph type="sldNum" sz="quarter" idx="5"/>
          </p:nvPr>
        </p:nvSpPr>
        <p:spPr/>
        <p:txBody>
          <a:bodyPr/>
          <a:lstStyle/>
          <a:p>
            <a:fld id="{8CC953E8-F5C8-4278-8343-4644738D537E}" type="slidenum">
              <a:t/>
            </a:fld>
            <a:endParaRPr lang="en-US"/>
          </a:p>
        </p:txBody>
      </p:sp>
    </p:spTree>
    <p:extLst>
      <p:ext uri="{BB962C8B-B14F-4D97-AF65-F5344CB8AC3E}">
        <p14:creationId xmlns:p14="http://schemas.microsoft.com/office/powerpoint/2010/main" val="3278936545"/>
      </p:ext>
    </p:extLst>
  </p:cSld>
  <p:clrMapOvr>
    <a:masterClrMapping/>
  </p:clrMapOvr>
</p:notes>
</file>

<file path=ppt/notesSlides/notesSlide_A0E_D59E6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Data Visualizations and Analytical Results, Challenges, Future Enhancements, and Conclusion</a:t>
            </a:r>
          </a:p>
        </p:txBody>
      </p:sp>
      <p:sp>
        <p:nvSpPr>
          <p:cNvPr id="4" name="Slide Number Placeholder 3"/>
          <p:cNvSpPr>
            <a:spLocks noGrp="1"/>
          </p:cNvSpPr>
          <p:nvPr>
            <p:ph type="sldNum" sz="quarter" idx="5"/>
          </p:nvPr>
        </p:nvSpPr>
        <p:spPr/>
        <p:txBody>
          <a:bodyPr/>
          <a:lstStyle/>
          <a:p>
            <a:fld id="{8CC953E8-F5C8-4278-8343-4644738D537E}" type="slidenum">
              <a:t/>
            </a:fld>
            <a:endParaRPr lang="en-US"/>
          </a:p>
        </p:txBody>
      </p:sp>
    </p:spTree>
    <p:extLst>
      <p:ext uri="{BB962C8B-B14F-4D97-AF65-F5344CB8AC3E}">
        <p14:creationId xmlns:p14="http://schemas.microsoft.com/office/powerpoint/2010/main" val="1531826530"/>
      </p:ext>
    </p:extLst>
  </p:cSld>
  <p:clrMapOvr>
    <a:masterClrMapping/>
  </p:clrMapOvr>
</p:notes>
</file>

<file path=ppt/notesSlides/notesSlide_A0F_BE4DBD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Data visualization is a core strength of the Hospital Patient Data Overview Dashboard, transforming numerical data into intuitive graphical representations. The dashboard includes histograms for age and hospital bill distributions, bar charts for gender and disease frequencies, and pie charts for treatment outcomes. These visualizations allow users to quickly identify trends such as dominant diseases, gender ratios, or cost patterns. The results generated by the system include total patient counts, average age, average length of stay, and average hospital bills. By combining numerical summaries with visual charts, the dashboard enhances data accessibility and supports informed healthcare decision-making. The analytical results demonstrate the effectiveness of integrating Python-based visualization tools into healthcare analytics.</a:t>
            </a:r>
          </a:p>
        </p:txBody>
      </p:sp>
      <p:sp>
        <p:nvSpPr>
          <p:cNvPr id="4" name="Slide Number Placeholder 3"/>
          <p:cNvSpPr>
            <a:spLocks noGrp="1"/>
          </p:cNvSpPr>
          <p:nvPr>
            <p:ph type="sldNum" sz="quarter" idx="5"/>
          </p:nvPr>
        </p:nvSpPr>
        <p:spPr/>
        <p:txBody>
          <a:bodyPr/>
          <a:lstStyle/>
          <a:p>
            <a:fld id="{8CC953E8-F5C8-4278-8343-4644738D537E}" type="slidenum">
              <a:t/>
            </a:fld>
            <a:endParaRPr lang="en-US"/>
          </a:p>
        </p:txBody>
      </p:sp>
    </p:spTree>
    <p:extLst>
      <p:ext uri="{BB962C8B-B14F-4D97-AF65-F5344CB8AC3E}">
        <p14:creationId xmlns:p14="http://schemas.microsoft.com/office/powerpoint/2010/main" val="4019396790"/>
      </p:ext>
    </p:extLst>
  </p:cSld>
  <p:clrMapOvr>
    <a:masterClrMapping/>
  </p:clrMapOvr>
</p:notes>
</file>

<file path=ppt/notesSlides/notesSlide_A01_37F9F9F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8CC953E8-F5C8-4278-8343-4644738D537E}" type="slidenum">
              <a:t/>
            </a:fld>
            <a:endParaRPr lang="en-US"/>
          </a:p>
        </p:txBody>
      </p:sp>
    </p:spTree>
    <p:extLst>
      <p:ext uri="{BB962C8B-B14F-4D97-AF65-F5344CB8AC3E}">
        <p14:creationId xmlns:p14="http://schemas.microsoft.com/office/powerpoint/2010/main" val="392487465"/>
      </p:ext>
    </p:extLst>
  </p:cSld>
  <p:clrMapOvr>
    <a:masterClrMapping/>
  </p:clrMapOvr>
</p:notes>
</file>

<file path=ppt/notesSlides/notesSlide_A02_83A138C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Hospital Patient Data Overview Dashboard – Project Title and Scope, Introduction to the Python-Based Healthcare Dashboard</a:t>
            </a:r>
          </a:p>
        </p:txBody>
      </p:sp>
      <p:sp>
        <p:nvSpPr>
          <p:cNvPr id="4" name="Slide Number Placeholder 3"/>
          <p:cNvSpPr>
            <a:spLocks noGrp="1"/>
          </p:cNvSpPr>
          <p:nvPr>
            <p:ph type="sldNum" sz="quarter" idx="5"/>
          </p:nvPr>
        </p:nvSpPr>
        <p:spPr/>
        <p:txBody>
          <a:bodyPr/>
          <a:lstStyle/>
          <a:p>
            <a:fld id="{8CC953E8-F5C8-4278-8343-4644738D537E}" type="slidenum">
              <a:t/>
            </a:fld>
            <a:endParaRPr lang="en-US"/>
          </a:p>
        </p:txBody>
      </p:sp>
    </p:spTree>
    <p:extLst>
      <p:ext uri="{BB962C8B-B14F-4D97-AF65-F5344CB8AC3E}">
        <p14:creationId xmlns:p14="http://schemas.microsoft.com/office/powerpoint/2010/main" val="3907826731"/>
      </p:ext>
    </p:extLst>
  </p:cSld>
  <p:clrMapOvr>
    <a:masterClrMapping/>
  </p:clrMapOvr>
</p:notes>
</file>

<file path=ppt/notesSlides/notesSlide_A03_DBACE6D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Hospital Patient Data Overview Dashboard is a Python-based desktop application designed to analyze, summarize, and visualize hospital patient records in a structured and user-friendly manner. The primary scope of this project is to demonstrate how healthcare data can be transformed into actionable insights using a combination of data analysis libraries and graphical user interface technologies. Developed by Ahmed Masood, the system integrates Python with Tkinter for the interface, Pandas for data processing, and Matplotlib for visualization, forming a complete end-to-end analytical solution. The dashboard focuses on patient-centric data such as age, gender, disease type, treatment outcomes, and hospital billing, enabling healthcare staff or administrators to quickly interpret complex datasets. By consolidating raw CSV-based hospital records into an interactive dashboard, the project highlights the importance of automation in modern healthcare environments. Manual reporting methods often fail to provide timely insights, whereas a centralized dashboard allows instant access to statistics and visual summaries. This project also showcases Python’s versatility beyond scripting, illustrating its role in building real-world desktop applications. Additionally, the selected technology stack emphasizes accessibility, as all tools used are open-source and widely adopted in industry and academia. The dashboard is intended for educational and demonstrative purposes, but its architecture can be extended to real hospital systems with minimal changes. Overall, this slide establishes the project’s identity, technical foundation, and relevance to healthcare data analytics, setting the stage for a deeper discussion of the problem, objectives, system design, and outcomes in subsequent slides.</a:t>
            </a:r>
          </a:p>
        </p:txBody>
      </p:sp>
      <p:sp>
        <p:nvSpPr>
          <p:cNvPr id="4" name="Slide Number Placeholder 3"/>
          <p:cNvSpPr>
            <a:spLocks noGrp="1"/>
          </p:cNvSpPr>
          <p:nvPr>
            <p:ph type="sldNum" sz="quarter" idx="5"/>
          </p:nvPr>
        </p:nvSpPr>
        <p:spPr/>
        <p:txBody>
          <a:bodyPr/>
          <a:lstStyle/>
          <a:p>
            <a:fld id="{8CC953E8-F5C8-4278-8343-4644738D537E}" type="slidenum">
              <a:t/>
            </a:fld>
            <a:endParaRPr lang="en-US"/>
          </a:p>
        </p:txBody>
      </p:sp>
    </p:spTree>
    <p:extLst>
      <p:ext uri="{BB962C8B-B14F-4D97-AF65-F5344CB8AC3E}">
        <p14:creationId xmlns:p14="http://schemas.microsoft.com/office/powerpoint/2010/main" val="4101194924"/>
      </p:ext>
    </p:extLst>
  </p:cSld>
  <p:clrMapOvr>
    <a:masterClrMapping/>
  </p:clrMapOvr>
</p:notes>
</file>

<file path=ppt/notesSlides/notesSlide_A04_874B43B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Hospital Patient Data Overview Dashboard is introduced as a desktop-based analytical system aimed at simplifying healthcare data analysis through automation and visualization. Built entirely in Python, the application provides an interactive graphical interface that allows users to load patient datasets, explore individual records, and review aggregated statistics without requiring advanced technical knowledge. The introduction emphasizes the growing need for data-driven decision-making in healthcare, where hospitals generate large volumes of patient data daily. Traditional spreadsheet-based analysis is often insufficient for identifying patterns or trends, especially when datasets grow in size and complexity. This dashboard addresses that gap by combining data preprocessing, statistical computation, and visual representation within a single application. Tkinter is used to design a professional and responsive GUI, ensuring usability for non-technical users such as hospital administrators or medical staff. Pandas plays a critical role in handling structured CSV data, enabling efficient filtering, grouping, and summarization of patient records. Matplotlib is integrated to convert numerical insights into intuitive charts such as histograms, bar charts, and pie charts. Through this combination, the system not only presents data but also tells a visual story about patient demographics, disease distribution, treatment effectiveness, and financial metrics. The introduction sets the foundation for understanding how the dashboard functions as a decision-support tool, highlighting its role in improving efficiency, reducing errors, and supporting informed healthcare planning.</a:t>
            </a:r>
          </a:p>
        </p:txBody>
      </p:sp>
      <p:sp>
        <p:nvSpPr>
          <p:cNvPr id="4" name="Slide Number Placeholder 3"/>
          <p:cNvSpPr>
            <a:spLocks noGrp="1"/>
          </p:cNvSpPr>
          <p:nvPr>
            <p:ph type="sldNum" sz="quarter" idx="5"/>
          </p:nvPr>
        </p:nvSpPr>
        <p:spPr/>
        <p:txBody>
          <a:bodyPr/>
          <a:lstStyle/>
          <a:p>
            <a:fld id="{8CC953E8-F5C8-4278-8343-4644738D537E}" type="slidenum">
              <a:t/>
            </a:fld>
            <a:endParaRPr lang="en-US"/>
          </a:p>
        </p:txBody>
      </p:sp>
    </p:spTree>
    <p:extLst>
      <p:ext uri="{BB962C8B-B14F-4D97-AF65-F5344CB8AC3E}">
        <p14:creationId xmlns:p14="http://schemas.microsoft.com/office/powerpoint/2010/main" val="3444268532"/>
      </p:ext>
    </p:extLst>
  </p:cSld>
  <p:clrMapOvr>
    <a:masterClrMapping/>
  </p:clrMapOvr>
</p:notes>
</file>

<file path=ppt/notesSlides/notesSlide_A05_ADDE63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Problem Statement: Challenges in Managing Hospital Patient Data, Project Objectives and Expected Outcomes</a:t>
            </a:r>
          </a:p>
        </p:txBody>
      </p:sp>
      <p:sp>
        <p:nvSpPr>
          <p:cNvPr id="4" name="Slide Number Placeholder 3"/>
          <p:cNvSpPr>
            <a:spLocks noGrp="1"/>
          </p:cNvSpPr>
          <p:nvPr>
            <p:ph type="sldNum" sz="quarter" idx="5"/>
          </p:nvPr>
        </p:nvSpPr>
        <p:spPr/>
        <p:txBody>
          <a:bodyPr/>
          <a:lstStyle/>
          <a:p>
            <a:fld id="{8CC953E8-F5C8-4278-8343-4644738D537E}" type="slidenum">
              <a:t/>
            </a:fld>
            <a:endParaRPr lang="en-US"/>
          </a:p>
        </p:txBody>
      </p:sp>
    </p:spTree>
    <p:extLst>
      <p:ext uri="{BB962C8B-B14F-4D97-AF65-F5344CB8AC3E}">
        <p14:creationId xmlns:p14="http://schemas.microsoft.com/office/powerpoint/2010/main" val="2332577331"/>
      </p:ext>
    </p:extLst>
  </p:cSld>
  <p:clrMapOvr>
    <a:masterClrMapping/>
  </p:clrMapOvr>
</p:notes>
</file>

<file path=ppt/notesSlides/notesSlide_A06_8CA26F4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Hospitals and healthcare institutions generate vast amounts of patient-related data on a daily basis, including demographic information, diagnoses, treatments, admission details, and billing records. Managing this information manually or through fragmented systems is highly inefficient and prone to human error. One of the key challenges highlighted in this problem statement is the lack of centralized and automated tools for analyzing patient data in a meaningful way. Without proper visualization and analytical support, hospital staff struggle to identify trends such as disease prevalence, patient age distributions, or treatment outcomes. This limitation directly affects strategic planning, resource allocation, and quality of care assessment. Additionally, manual data handling consumes valuable time that could otherwise be dedicated to patient care or operational improvements. Inconsistent data entry, missing values, and unstructured reporting further complicate analysis. The absence of visual dashboards makes it difficult for decision-makers to quickly grasp the current state of hospital performance. As healthcare systems continue to digitize, the need for efficient analytical dashboards becomes increasingly critical. This project addresses these challenges by proposing an automated, Python-based dashboard that processes raw patient data and presents it in a clear, visual, and interactive format, reducing dependency on manual methods and enhancing overall data reliability.</a:t>
            </a:r>
          </a:p>
        </p:txBody>
      </p:sp>
      <p:sp>
        <p:nvSpPr>
          <p:cNvPr id="4" name="Slide Number Placeholder 3"/>
          <p:cNvSpPr>
            <a:spLocks noGrp="1"/>
          </p:cNvSpPr>
          <p:nvPr>
            <p:ph type="sldNum" sz="quarter" idx="5"/>
          </p:nvPr>
        </p:nvSpPr>
        <p:spPr/>
        <p:txBody>
          <a:bodyPr/>
          <a:lstStyle/>
          <a:p>
            <a:fld id="{8CC953E8-F5C8-4278-8343-4644738D537E}" type="slidenum">
              <a:t/>
            </a:fld>
            <a:endParaRPr lang="en-US"/>
          </a:p>
        </p:txBody>
      </p:sp>
    </p:spTree>
    <p:extLst>
      <p:ext uri="{BB962C8B-B14F-4D97-AF65-F5344CB8AC3E}">
        <p14:creationId xmlns:p14="http://schemas.microsoft.com/office/powerpoint/2010/main" val="392316823"/>
      </p:ext>
    </p:extLst>
  </p:cSld>
  <p:clrMapOvr>
    <a:masterClrMapping/>
  </p:clrMapOvr>
</p:notes>
</file>

<file path=ppt/notesSlides/notesSlide_A07_FB65EFB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primary objective of the Hospital Patient Data Overview Dashboard is to design and implement a user-friendly application that enables efficient analysis of hospital patient records. One key goal is to simplify data exploration by providing intuitive navigation, search functionality, and summarized views of patient information. Another objective is to leverage Pandas for accurate and efficient computation of statistics such as average age, average hospital stay, and billing metrics. Visualizing these statistics through Matplotlib charts is a central outcome, as graphical representations significantly improve interpretability. The project also aims to demonstrate practical Python skills, particularly in GUI development using Tkinter and data analysis workflows commonly used in real-world applications. From a healthcare perspective, the expected outcome is improved decision-making support, where administrators can quickly assess trends and performance indicators. Educationally, the project serves as a comprehensive example of integrating multiple Python libraries into a cohesive system. By the end of the project, the dashboard successfully meets its objectives by providing clear insights, reducing manual workload, and showcasing how technology can enhance healthcare data management.</a:t>
            </a:r>
          </a:p>
        </p:txBody>
      </p:sp>
      <p:sp>
        <p:nvSpPr>
          <p:cNvPr id="4" name="Slide Number Placeholder 3"/>
          <p:cNvSpPr>
            <a:spLocks noGrp="1"/>
          </p:cNvSpPr>
          <p:nvPr>
            <p:ph type="sldNum" sz="quarter" idx="5"/>
          </p:nvPr>
        </p:nvSpPr>
        <p:spPr/>
        <p:txBody>
          <a:bodyPr/>
          <a:lstStyle/>
          <a:p>
            <a:fld id="{8CC953E8-F5C8-4278-8343-4644738D537E}" type="slidenum">
              <a:t/>
            </a:fld>
            <a:endParaRPr lang="en-US"/>
          </a:p>
        </p:txBody>
      </p:sp>
    </p:spTree>
    <p:extLst>
      <p:ext uri="{BB962C8B-B14F-4D97-AF65-F5344CB8AC3E}">
        <p14:creationId xmlns:p14="http://schemas.microsoft.com/office/powerpoint/2010/main" val="3177695852"/>
      </p:ext>
    </p:extLst>
  </p:cSld>
  <p:clrMapOvr>
    <a:masterClrMapping/>
  </p:clrMapOvr>
</p:notes>
</file>

<file path=ppt/notesSlides/notesSlide_A08_4E25A6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Tools and Technologies Used in the Dashboard, Dataset Description and Preprocessing Approach</a:t>
            </a:r>
          </a:p>
        </p:txBody>
      </p:sp>
      <p:sp>
        <p:nvSpPr>
          <p:cNvPr id="4" name="Slide Number Placeholder 3"/>
          <p:cNvSpPr>
            <a:spLocks noGrp="1"/>
          </p:cNvSpPr>
          <p:nvPr>
            <p:ph type="sldNum" sz="quarter" idx="5"/>
          </p:nvPr>
        </p:nvSpPr>
        <p:spPr/>
        <p:txBody>
          <a:bodyPr/>
          <a:lstStyle/>
          <a:p>
            <a:fld id="{8CC953E8-F5C8-4278-8343-4644738D537E}" type="slidenum">
              <a:t/>
            </a:fld>
            <a:endParaRPr lang="en-US"/>
          </a:p>
        </p:txBody>
      </p:sp>
    </p:spTree>
    <p:extLst>
      <p:ext uri="{BB962C8B-B14F-4D97-AF65-F5344CB8AC3E}">
        <p14:creationId xmlns:p14="http://schemas.microsoft.com/office/powerpoint/2010/main" val="1232611942"/>
      </p:ext>
    </p:extLst>
  </p:cSld>
  <p:clrMapOvr>
    <a:masterClrMapping/>
  </p:clrMapOvr>
</p:notes>
</file>

<file path=ppt/notesSlides/notesSlide_A09_8E6CD4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Hospital Patient Data Overview Dashboard is built using a carefully selected technology stack that balances simplicity, power, and accessibility. Python serves as the core programming language due to its readability, extensive library ecosystem, and strong support for data analysis. Tkinter is chosen as the GUI framework, allowing the creation of a desktop interface without relying on external dependencies. For data manipulation and preprocessing, Pandas is used extensively, enabling efficient handling of CSV datasets, missing value management, and statistical calculations. Matplotlib is integrated for data visualization, providing a wide range of customizable charts that effectively communicate analytical results. Visual Studio Code is utilized as the development environment, offering debugging tools, extensions, and version control support that streamline the development process. The data source for the application is a CSV file containing structured hospital patient records, which makes the system easy to test and extend. Together, these technologies form a robust yet lightweight solution suitable for both academic projects and small-scale healthcare applications.</a:t>
            </a:r>
          </a:p>
        </p:txBody>
      </p:sp>
      <p:sp>
        <p:nvSpPr>
          <p:cNvPr id="4" name="Slide Number Placeholder 3"/>
          <p:cNvSpPr>
            <a:spLocks noGrp="1"/>
          </p:cNvSpPr>
          <p:nvPr>
            <p:ph type="sldNum" sz="quarter" idx="5"/>
          </p:nvPr>
        </p:nvSpPr>
        <p:spPr/>
        <p:txBody>
          <a:bodyPr/>
          <a:lstStyle/>
          <a:p>
            <a:fld id="{8CC953E8-F5C8-4278-8343-4644738D537E}" type="slidenum">
              <a:t/>
            </a:fld>
            <a:endParaRPr lang="en-US"/>
          </a:p>
        </p:txBody>
      </p:sp>
    </p:spTree>
    <p:extLst>
      <p:ext uri="{BB962C8B-B14F-4D97-AF65-F5344CB8AC3E}">
        <p14:creationId xmlns:p14="http://schemas.microsoft.com/office/powerpoint/2010/main" val="854321236"/>
      </p:ext>
    </p:extLst>
  </p:cSld>
  <p:clrMapOvr>
    <a:masterClrMapping/>
  </p:clrMapOvr>
</p:notes>
</file>

<file path=ppt/notesSlides/notesSlide_A10_2F4BE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During development, several challenges were encountered, including managing dataset file paths, handling missing or inconsistent data, designing an intuitive interface, and integrating charts within the GUI. Despite these challenges, the project successfully achieved its objectives. Looking ahead, the system can be enhanced through database integration, user authentication, real-time monitoring, and cloud deployment. Advanced features such as machine learning-based disease prediction and web-based dashboards could further expand its capabilities. In conclusion, the Hospital Patient Data Overview Dashboard demonstrates the practical application of Python in healthcare analytics. By integrating Tkinter, Pandas, and Matplotlib, the project delivers an efficient, interactive, and insightful platform that improves data analysis and supports better healthcare decisions. The final slide concludes with appreciation and invites questions, reinforcing the project’s educational and practical value.</a:t>
            </a:r>
          </a:p>
        </p:txBody>
      </p:sp>
      <p:sp>
        <p:nvSpPr>
          <p:cNvPr id="4" name="Slide Number Placeholder 3"/>
          <p:cNvSpPr>
            <a:spLocks noGrp="1"/>
          </p:cNvSpPr>
          <p:nvPr>
            <p:ph type="sldNum" sz="quarter" idx="5"/>
          </p:nvPr>
        </p:nvSpPr>
        <p:spPr/>
        <p:txBody>
          <a:bodyPr/>
          <a:lstStyle/>
          <a:p>
            <a:fld id="{8CC953E8-F5C8-4278-8343-4644738D537E}" type="slidenum">
              <a:t/>
            </a:fld>
            <a:endParaRPr lang="en-US"/>
          </a:p>
        </p:txBody>
      </p:sp>
    </p:spTree>
    <p:extLst>
      <p:ext uri="{BB962C8B-B14F-4D97-AF65-F5344CB8AC3E}">
        <p14:creationId xmlns:p14="http://schemas.microsoft.com/office/powerpoint/2010/main" val="795681509"/>
      </p:ext>
    </p:extLst>
  </p:cSld>
  <p:clrMapOvr>
    <a:masterClrMapping/>
  </p:clrMapOvr>
</p:notes>
</file>

<file path=ppt/slideLayouts/_rels/slideLayout_8000000A_30D33C48.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0B_86CD9A1F.xml.rels><?xml version="1.0" encoding="UTF-8" standalone="yes"?>
<Relationships xmlns="http://schemas.openxmlformats.org/package/2006/relationships"><Relationship Id="rId2" Type="http://schemas.openxmlformats.org/officeDocument/2006/relationships/image" Target="../media/image_BDC9856B.jpeg"/><Relationship Id="rId1" Type="http://schemas.openxmlformats.org/officeDocument/2006/relationships/slideMaster" Target="../slideMasters/slideMaster_80000000_E062C8C9.xml"/></Relationships>
</file>

<file path=ppt/slideLayouts/_rels/slideLayout_8000001A_F761D727.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1B_DC909AB3.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1C_9E8AD995.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1D_7D09C866.xml.rels><?xml version="1.0" encoding="UTF-8" standalone="yes"?>
<Relationships xmlns="http://schemas.openxmlformats.org/package/2006/relationships"><Relationship Id="rId2" Type="http://schemas.openxmlformats.org/officeDocument/2006/relationships/image" Target="../media/image_C56B4D87.jpeg"/><Relationship Id="rId1" Type="http://schemas.openxmlformats.org/officeDocument/2006/relationships/slideMaster" Target="../slideMasters/slideMaster_80000000_E062C8C9.xml"/></Relationships>
</file>

<file path=ppt/slideLayouts/_rels/slideLayout_8000001E_F119815F.xml.rels><?xml version="1.0" encoding="UTF-8" standalone="yes"?>
<Relationships xmlns="http://schemas.openxmlformats.org/package/2006/relationships"><Relationship Id="rId2" Type="http://schemas.openxmlformats.org/officeDocument/2006/relationships/image" Target="../media/image_C56B4D87.jpeg"/><Relationship Id="rId1" Type="http://schemas.openxmlformats.org/officeDocument/2006/relationships/slideMaster" Target="../slideMasters/slideMaster_80000000_E062C8C9.xml"/></Relationships>
</file>

<file path=ppt/slideLayouts/_rels/slideLayout_8000001F_1D0BC52F.xml.rels><?xml version="1.0" encoding="UTF-8" standalone="yes"?>
<Relationships xmlns="http://schemas.openxmlformats.org/package/2006/relationships"><Relationship Id="rId2" Type="http://schemas.openxmlformats.org/officeDocument/2006/relationships/image" Target="../media/image_B91BBCB.jpeg"/><Relationship Id="rId1" Type="http://schemas.openxmlformats.org/officeDocument/2006/relationships/slideMaster" Target="../slideMasters/slideMaster_80000000_E062C8C9.xml"/></Relationships>
</file>

<file path=ppt/slideLayouts/_rels/slideLayout_8000002A_FF96A00A.xml.rels><?xml version="1.0" encoding="UTF-8" standalone="yes"?>
<Relationships xmlns="http://schemas.openxmlformats.org/package/2006/relationships"><Relationship Id="rId2" Type="http://schemas.openxmlformats.org/officeDocument/2006/relationships/image" Target="../media/image_FC2DA8D5.jpeg"/><Relationship Id="rId1" Type="http://schemas.openxmlformats.org/officeDocument/2006/relationships/slideMaster" Target="../slideMasters/slideMaster_80000000_E062C8C9.xml"/></Relationships>
</file>

<file path=ppt/slideLayouts/_rels/slideLayout_8000002B_560D8D78.xml.rels><?xml version="1.0" encoding="UTF-8" standalone="yes"?>
<Relationships xmlns="http://schemas.openxmlformats.org/package/2006/relationships"><Relationship Id="rId2" Type="http://schemas.openxmlformats.org/officeDocument/2006/relationships/image" Target="../media/image_93705839.jpeg"/><Relationship Id="rId1" Type="http://schemas.openxmlformats.org/officeDocument/2006/relationships/slideMaster" Target="../slideMasters/slideMaster_80000000_E062C8C9.xml"/></Relationships>
</file>

<file path=ppt/slideLayouts/_rels/slideLayout_8000002C_AF199ECA.xml.rels><?xml version="1.0" encoding="UTF-8" standalone="yes"?>
<Relationships xmlns="http://schemas.openxmlformats.org/package/2006/relationships"><Relationship Id="rId2" Type="http://schemas.openxmlformats.org/officeDocument/2006/relationships/image" Target="../media/image_FC2DA8D5.jpeg"/><Relationship Id="rId1" Type="http://schemas.openxmlformats.org/officeDocument/2006/relationships/slideMaster" Target="../slideMasters/slideMaster_80000000_E062C8C9.xml"/></Relationships>
</file>

<file path=ppt/slideLayouts/_rels/slideLayout_8000002D_4919F252.xml.rels><?xml version="1.0" encoding="UTF-8" standalone="yes"?>
<Relationships xmlns="http://schemas.openxmlformats.org/package/2006/relationships"><Relationship Id="rId2" Type="http://schemas.openxmlformats.org/officeDocument/2006/relationships/image" Target="../media/image_FC2DA8D5.jpeg"/><Relationship Id="rId1" Type="http://schemas.openxmlformats.org/officeDocument/2006/relationships/slideMaster" Target="../slideMasters/slideMaster_80000000_E062C8C9.xml"/></Relationships>
</file>

<file path=ppt/slideLayouts/_rels/slideLayout_8000002E_2093672B.xml.rels><?xml version="1.0" encoding="UTF-8" standalone="yes"?>
<Relationships xmlns="http://schemas.openxmlformats.org/package/2006/relationships"><Relationship Id="rId2" Type="http://schemas.openxmlformats.org/officeDocument/2006/relationships/image" Target="../media/image_BDC9856B.jpeg"/><Relationship Id="rId1" Type="http://schemas.openxmlformats.org/officeDocument/2006/relationships/slideMaster" Target="../slideMasters/slideMaster_80000000_E062C8C9.xml"/></Relationships>
</file>

<file path=ppt/slideLayouts/_rels/slideLayout_8000002F_65D4D484.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3A_C9EFADCA.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3B_C62C0BB4.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3C_B9050314.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3D_6859C20D.xml.rels><?xml version="1.0" encoding="UTF-8" standalone="yes"?>
<Relationships xmlns="http://schemas.openxmlformats.org/package/2006/relationships"><Relationship Id="rId2" Type="http://schemas.openxmlformats.org/officeDocument/2006/relationships/image" Target="../media/image_FC2DA8D5.jpeg"/><Relationship Id="rId1" Type="http://schemas.openxmlformats.org/officeDocument/2006/relationships/slideMaster" Target="../slideMasters/slideMaster_80000000_E062C8C9.xml"/></Relationships>
</file>

<file path=ppt/slideLayouts/_rels/slideLayout_8000003E_AAF630A6.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3F_34899AAD.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01_9B72F457.xml.rels><?xml version="1.0" encoding="UTF-8" standalone="yes"?>
<Relationships xmlns="http://schemas.openxmlformats.org/package/2006/relationships"><Relationship Id="rId2" Type="http://schemas.openxmlformats.org/officeDocument/2006/relationships/image" Target="../media/image_C56B4D87.jpeg"/><Relationship Id="rId1" Type="http://schemas.openxmlformats.org/officeDocument/2006/relationships/slideMaster" Target="../slideMasters/slideMaster_80000000_E062C8C9.xml"/></Relationships>
</file>

<file path=ppt/slideLayouts/_rels/slideLayout_80000002_6F33FE75.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03_450529CE.xml.rels><?xml version="1.0" encoding="UTF-8" standalone="yes"?>
<Relationships xmlns="http://schemas.openxmlformats.org/package/2006/relationships"><Relationship Id="rId2" Type="http://schemas.openxmlformats.org/officeDocument/2006/relationships/image" Target="../media/image_BDC9856B.jpeg"/><Relationship Id="rId1" Type="http://schemas.openxmlformats.org/officeDocument/2006/relationships/slideMaster" Target="../slideMasters/slideMaster_80000000_E062C8C9.xml"/></Relationships>
</file>

<file path=ppt/slideLayouts/_rels/slideLayout_80000004_B34C130B.xml.rels><?xml version="1.0" encoding="UTF-8" standalone="yes"?>
<Relationships xmlns="http://schemas.openxmlformats.org/package/2006/relationships"><Relationship Id="rId2" Type="http://schemas.openxmlformats.org/officeDocument/2006/relationships/image" Target="../media/image_BDC9856B.jpeg"/><Relationship Id="rId1" Type="http://schemas.openxmlformats.org/officeDocument/2006/relationships/slideMaster" Target="../slideMasters/slideMaster_80000000_E062C8C9.xml"/></Relationships>
</file>

<file path=ppt/slideLayouts/_rels/slideLayout_80000005_852E3746.xml.rels><?xml version="1.0" encoding="UTF-8" standalone="yes"?>
<Relationships xmlns="http://schemas.openxmlformats.org/package/2006/relationships"><Relationship Id="rId2" Type="http://schemas.openxmlformats.org/officeDocument/2006/relationships/image" Target="../media/image_A54BCC6D.jpeg"/><Relationship Id="rId1" Type="http://schemas.openxmlformats.org/officeDocument/2006/relationships/slideMaster" Target="../slideMasters/slideMaster_80000000_E062C8C9.xml"/></Relationships>
</file>

<file path=ppt/slideLayouts/_rels/slideLayout_80000006_30C7594D.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07_B2FB29A0.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08_8F5E5C89.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09_2A8A4844.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18_7E455C60.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19_2B0A7DD2.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20_ED9F53BD.xml.rels><?xml version="1.0" encoding="UTF-8" standalone="yes"?>
<Relationships xmlns="http://schemas.openxmlformats.org/package/2006/relationships"><Relationship Id="rId2" Type="http://schemas.openxmlformats.org/officeDocument/2006/relationships/image" Target="../media/image_B91BBCB.jpeg"/><Relationship Id="rId1" Type="http://schemas.openxmlformats.org/officeDocument/2006/relationships/slideMaster" Target="../slideMasters/slideMaster_80000000_E062C8C9.xml"/></Relationships>
</file>

<file path=ppt/slideLayouts/_rels/slideLayout_80000021_B5D0ECC9.xml.rels><?xml version="1.0" encoding="UTF-8" standalone="yes"?>
<Relationships xmlns="http://schemas.openxmlformats.org/package/2006/relationships"><Relationship Id="rId2" Type="http://schemas.openxmlformats.org/officeDocument/2006/relationships/image" Target="../media/image_BDC9856B.jpeg"/><Relationship Id="rId1" Type="http://schemas.openxmlformats.org/officeDocument/2006/relationships/slideMaster" Target="../slideMasters/slideMaster_80000000_E062C8C9.xml"/></Relationships>
</file>

<file path=ppt/slideLayouts/_rels/slideLayout_80000022_67CE764C.xml.rels><?xml version="1.0" encoding="UTF-8" standalone="yes"?>
<Relationships xmlns="http://schemas.openxmlformats.org/package/2006/relationships"><Relationship Id="rId2" Type="http://schemas.openxmlformats.org/officeDocument/2006/relationships/image" Target="../media/image_BDC9856B.jpeg"/><Relationship Id="rId1" Type="http://schemas.openxmlformats.org/officeDocument/2006/relationships/slideMaster" Target="../slideMasters/slideMaster_80000000_E062C8C9.xml"/></Relationships>
</file>

<file path=ppt/slideLayouts/_rels/slideLayout_80000023_91160196.xml.rels><?xml version="1.0" encoding="UTF-8" standalone="yes"?>
<Relationships xmlns="http://schemas.openxmlformats.org/package/2006/relationships"><Relationship Id="rId2" Type="http://schemas.openxmlformats.org/officeDocument/2006/relationships/image" Target="../media/image_FC2DA8D5.jpeg"/><Relationship Id="rId1" Type="http://schemas.openxmlformats.org/officeDocument/2006/relationships/slideMaster" Target="../slideMasters/slideMaster_80000000_E062C8C9.xml"/></Relationships>
</file>

<file path=ppt/slideLayouts/_rels/slideLayout_80000024_66DD571.xml.rels><?xml version="1.0" encoding="UTF-8" standalone="yes"?>
<Relationships xmlns="http://schemas.openxmlformats.org/package/2006/relationships"><Relationship Id="rId2" Type="http://schemas.openxmlformats.org/officeDocument/2006/relationships/image" Target="../media/image_FC2DA8D5.jpeg"/><Relationship Id="rId1" Type="http://schemas.openxmlformats.org/officeDocument/2006/relationships/slideMaster" Target="../slideMasters/slideMaster_80000000_E062C8C9.xml"/></Relationships>
</file>

<file path=ppt/slideLayouts/_rels/slideLayout_80000025_F26EC6B8.xml.rels><?xml version="1.0" encoding="UTF-8" standalone="yes"?>
<Relationships xmlns="http://schemas.openxmlformats.org/package/2006/relationships"><Relationship Id="rId2" Type="http://schemas.openxmlformats.org/officeDocument/2006/relationships/image" Target="../media/image_FC2DA8D5.jpeg"/><Relationship Id="rId1" Type="http://schemas.openxmlformats.org/officeDocument/2006/relationships/slideMaster" Target="../slideMasters/slideMaster_80000000_E062C8C9.xml"/></Relationships>
</file>

<file path=ppt/slideLayouts/_rels/slideLayout_80000026_95A024CB.xml.rels><?xml version="1.0" encoding="UTF-8" standalone="yes"?>
<Relationships xmlns="http://schemas.openxmlformats.org/package/2006/relationships"><Relationship Id="rId2" Type="http://schemas.openxmlformats.org/officeDocument/2006/relationships/image" Target="../media/image_FC2DA8D5.jpeg"/><Relationship Id="rId1" Type="http://schemas.openxmlformats.org/officeDocument/2006/relationships/slideMaster" Target="../slideMasters/slideMaster_80000000_E062C8C9.xml"/></Relationships>
</file>

<file path=ppt/slideLayouts/_rels/slideLayout_80000027_BB3DBBEC.xml.rels><?xml version="1.0" encoding="UTF-8" standalone="yes"?>
<Relationships xmlns="http://schemas.openxmlformats.org/package/2006/relationships"><Relationship Id="rId2" Type="http://schemas.openxmlformats.org/officeDocument/2006/relationships/image" Target="../media/image_A9FAC055.jpeg"/><Relationship Id="rId1" Type="http://schemas.openxmlformats.org/officeDocument/2006/relationships/slideMaster" Target="../slideMasters/slideMaster_80000000_E062C8C9.xml"/></Relationships>
</file>

<file path=ppt/slideLayouts/_rels/slideLayout_80000028_9853D1E9.xml.rels><?xml version="1.0" encoding="UTF-8" standalone="yes"?>
<Relationships xmlns="http://schemas.openxmlformats.org/package/2006/relationships"><Relationship Id="rId2" Type="http://schemas.openxmlformats.org/officeDocument/2006/relationships/image" Target="../media/image_7463FCC5.jpeg"/><Relationship Id="rId1" Type="http://schemas.openxmlformats.org/officeDocument/2006/relationships/slideMaster" Target="../slideMasters/slideMaster_80000000_E062C8C9.xml"/></Relationships>
</file>

<file path=ppt/slideLayouts/_rels/slideLayout_80000029_9F006C23.xml.rels><?xml version="1.0" encoding="UTF-8" standalone="yes"?>
<Relationships xmlns="http://schemas.openxmlformats.org/package/2006/relationships"><Relationship Id="rId2" Type="http://schemas.openxmlformats.org/officeDocument/2006/relationships/image" Target="../media/image_7463FCC5.jpeg"/><Relationship Id="rId1" Type="http://schemas.openxmlformats.org/officeDocument/2006/relationships/slideMaster" Target="../slideMasters/slideMaster_80000000_E062C8C9.xml"/></Relationships>
</file>

<file path=ppt/slideLayouts/_rels/slideLayout_80000030_656DED7A.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31_2C8E8832.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32_F0D7A908.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33_91826197.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34_AF4D78DE.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35_3426A033.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36_4E79B5A0.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37_F9DE1A22.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38_E0ADCE61.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_rels/slideLayout_80000039_66B82349.xml.rels><?xml version="1.0" encoding="UTF-8" standalone="yes"?>
<Relationships xmlns="http://schemas.openxmlformats.org/package/2006/relationships"><Relationship Id="rId1" Type="http://schemas.openxmlformats.org/officeDocument/2006/relationships/slideMaster" Target="../slideMasters/slideMaster_80000000_E062C8C9.xml"/></Relationships>
</file>

<file path=ppt/slideLayouts/slideLayout_8000000A_30D33C48.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4"/>
        </a:solidFill>
        <a:effectLst/>
      </p:bgPr>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8B3FAB4B-5BE6-36A5-AC57-A8A4DE80EDF0}"/>
              </a:ext>
            </a:extLst>
          </p:cNvPr>
          <p:cNvSpPr/>
          <p:nvPr userDrawn="1"/>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4" name="Shape 1">
            <a:extLst>
              <a:ext uri="{FF2B5EF4-FFF2-40B4-BE49-F238E27FC236}">
                <a16:creationId xmlns:a16="http://schemas.microsoft.com/office/drawing/2014/main" id="{455D774B-5A74-ECBA-B23F-FDB73925D455}"/>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br>
              <a:rPr lang="en-US" sz="1800" b="0" i="0" u="none" strike="noStrike" cap="none" noProof="0">
                <a:solidFill>
                  <a:schemeClr val="lt1"/>
                </a:solidFill>
                <a:latin typeface="Karla"/>
                <a:ea typeface="Karla"/>
                <a:cs typeface="Karla"/>
                <a:sym typeface="Karla"/>
              </a:rPr>
            </a:b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580331" y="1525905"/>
            <a:ext cx="8838202" cy="846396"/>
          </a:xfrm>
        </p:spPr>
        <p:txBody>
          <a:bodyPr anchor="b">
            <a:normAutofit/>
          </a:bodyPr>
          <a:lstStyle>
            <a:lvl1pPr>
              <a:defRPr sz="440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580332" y="2650524"/>
            <a:ext cx="8838202" cy="2386352"/>
          </a:xfrm>
        </p:spPr>
        <p:txBody>
          <a:bodyPr>
            <a:normAutofit/>
          </a:bodyPr>
          <a:lstStyle>
            <a:lvl1pPr>
              <a:defRPr sz="2400">
                <a:solidFill>
                  <a:schemeClr val="tx1"/>
                </a:solidFill>
              </a:defRPr>
            </a:lvl1pPr>
            <a:lvl2pPr>
              <a:defRPr sz="2000">
                <a:solidFill>
                  <a:schemeClr val="tx1"/>
                </a:solidFill>
              </a:defRPr>
            </a:lvl2pPr>
            <a:lvl3pPr>
              <a:defRPr sz="1800">
                <a:solidFill>
                  <a:schemeClr val="tx1"/>
                </a:solidFill>
              </a:defRPr>
            </a:lvl3pPr>
            <a:lvl4pPr>
              <a:defRPr sz="16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327C2936-23FD-A202-FEC8-A04EC6038E21}"/>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A74C11B4-B6D5-47F5-335E-A913C2501ED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040C422B-2C69-102F-F573-37A60C6CA35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819149896"/>
      </p:ext>
    </p:extLst>
  </p:cSld>
  <p:clrMapOvr>
    <a:masterClrMapping/>
  </p:clrMapOvr>
</p:sldLayout>
</file>

<file path=ppt/slideLayouts/slideLayout_8000000B_86CD9A1F.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4"/>
        </a:solid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8CA9E58B-E51C-E405-905F-70ADA8DA97C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5981630" y="787402"/>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563974" y="1339060"/>
            <a:ext cx="3927674" cy="794540"/>
          </a:xfrm>
        </p:spPr>
        <p:txBody>
          <a:bodyPr vert="horz" lIns="91440" tIns="45720" rIns="91440" bIns="45720" rtlCol="0" anchor="t">
            <a:normAutofit/>
          </a:bodyPr>
          <a:lstStyle>
            <a:lvl1pPr>
              <a:defRPr lang="en-US" sz="4800" dirty="0"/>
            </a:lvl1pPr>
          </a:lstStyle>
          <a:p>
            <a:pPr lvl="0"/>
            <a:r>
              <a:rPr lang="en-US"/>
              <a:t>Agenda</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562056" y="2430700"/>
            <a:ext cx="3927674" cy="2947733"/>
          </a:xfrm>
        </p:spPr>
        <p:txBody>
          <a:bodyPr vert="horz" lIns="91440" tIns="45720" rIns="91440" bIns="45720" rtlCol="0" anchor="t">
            <a:normAutofit/>
          </a:bodyPr>
          <a:lstStyle>
            <a:lvl1pPr marL="0" indent="0">
              <a:buNone/>
              <a:defRPr lang="en-US" sz="1600" dirty="0"/>
            </a:lvl1pPr>
          </a:lstStyle>
          <a:p>
            <a:pPr lvl="0"/>
            <a:r>
              <a:rPr lang="en-US"/>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72663" y="812266"/>
            <a:ext cx="5096260" cy="4928136"/>
          </a:xfrm>
          <a:blipFill>
            <a:blip r:embed="rId2">
              <a:alphaModFix amt="70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a:t> </a:t>
            </a:r>
          </a:p>
        </p:txBody>
      </p:sp>
      <p:sp>
        <p:nvSpPr>
          <p:cNvPr id="8" name="Footer Placeholder 4">
            <a:extLst>
              <a:ext uri="{FF2B5EF4-FFF2-40B4-BE49-F238E27FC236}">
                <a16:creationId xmlns:a16="http://schemas.microsoft.com/office/drawing/2014/main" id="{E01417BD-FFDA-56B8-4551-B115E221D4D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58EBB8A5-D4C6-548F-819A-FE7750FBFDD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22616212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A_F761D727.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6741D8BB-05AF-A317-C2B4-DC1CB87B9246}"/>
              </a:ext>
            </a:extLst>
          </p:cNvPr>
          <p:cNvGrpSpPr/>
          <p:nvPr/>
        </p:nvGrpSpPr>
        <p:grpSpPr>
          <a:xfrm>
            <a:off x="858371" y="971570"/>
            <a:ext cx="4708425" cy="4914861"/>
            <a:chOff x="521208" y="647905"/>
            <a:chExt cx="10797805" cy="5565740"/>
          </a:xfrm>
        </p:grpSpPr>
        <p:sp>
          <p:nvSpPr>
            <p:cNvPr id="7" name="Shape">
              <a:extLst>
                <a:ext uri="{FF2B5EF4-FFF2-40B4-BE49-F238E27FC236}">
                  <a16:creationId xmlns:a16="http://schemas.microsoft.com/office/drawing/2014/main" id="{D76689D7-5D3E-ECBB-6775-7B400A96F3D7}"/>
                </a:ext>
              </a:extLst>
            </p:cNvPr>
            <p:cNvSpPr/>
            <p:nvPr/>
          </p:nvSpPr>
          <p:spPr>
            <a:xfrm>
              <a:off x="725405" y="1009217"/>
              <a:ext cx="10593608"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93638B9C-5DAA-F32E-C1B3-8B5DF702E8BE}"/>
                </a:ext>
              </a:extLst>
            </p:cNvPr>
            <p:cNvSpPr/>
            <p:nvPr/>
          </p:nvSpPr>
          <p:spPr>
            <a:xfrm>
              <a:off x="521208" y="647905"/>
              <a:ext cx="10441168"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84027933-14DD-AC05-2EC9-CE1166FE7EDB}"/>
              </a:ext>
            </a:extLst>
          </p:cNvPr>
          <p:cNvSpPr>
            <a:spLocks noGrp="1"/>
          </p:cNvSpPr>
          <p:nvPr>
            <p:ph type="title"/>
          </p:nvPr>
        </p:nvSpPr>
        <p:spPr>
          <a:xfrm>
            <a:off x="1307593" y="1478826"/>
            <a:ext cx="3647180" cy="3744148"/>
          </a:xfrm>
        </p:spPr>
        <p:txBody>
          <a:bodyPr anchor="ct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6379486" y="971569"/>
            <a:ext cx="5199866" cy="491486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46C4A6CC-4DAE-D6DF-005D-9A746EA3416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2D53F9-F5D7-A57F-631C-1011FA2D28D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DF767895-A265-B576-2779-D9431696A27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4150384423"/>
      </p:ext>
    </p:extLst>
  </p:cSld>
  <p:clrMapOvr>
    <a:masterClrMapping/>
  </p:clrMapOvr>
</p:sldLayout>
</file>

<file path=ppt/slideLayouts/slideLayout_8000001B_DC909AB3.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7" name="Shape">
            <a:extLst>
              <a:ext uri="{FF2B5EF4-FFF2-40B4-BE49-F238E27FC236}">
                <a16:creationId xmlns:a16="http://schemas.microsoft.com/office/drawing/2014/main" id="{38F88781-30C8-3349-475F-145EFAD547E5}"/>
              </a:ext>
            </a:extLst>
          </p:cNvPr>
          <p:cNvSpPr/>
          <p:nvPr/>
        </p:nvSpPr>
        <p:spPr>
          <a:xfrm>
            <a:off x="924451" y="1290629"/>
            <a:ext cx="3469803" cy="459580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5C0C482B-4AFD-2FA3-38E4-917E66DA8BB7}"/>
              </a:ext>
            </a:extLst>
          </p:cNvPr>
          <p:cNvSpPr/>
          <p:nvPr/>
        </p:nvSpPr>
        <p:spPr>
          <a:xfrm>
            <a:off x="858371" y="971570"/>
            <a:ext cx="3378902" cy="4742880"/>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0" name="Title 1">
            <a:extLst>
              <a:ext uri="{FF2B5EF4-FFF2-40B4-BE49-F238E27FC236}">
                <a16:creationId xmlns:a16="http://schemas.microsoft.com/office/drawing/2014/main" id="{00CC4C23-E507-7EE9-B6A1-7AC512473B88}"/>
              </a:ext>
            </a:extLst>
          </p:cNvPr>
          <p:cNvSpPr>
            <a:spLocks noGrp="1"/>
          </p:cNvSpPr>
          <p:nvPr>
            <p:ph type="title"/>
          </p:nvPr>
        </p:nvSpPr>
        <p:spPr>
          <a:xfrm>
            <a:off x="1305332" y="1388700"/>
            <a:ext cx="2480605" cy="3908620"/>
          </a:xfrm>
        </p:spPr>
        <p:txBody>
          <a:bodyPr anchor="ct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206945" y="796935"/>
            <a:ext cx="6369358" cy="5264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2F846573-B9BF-5258-A368-AE00F48459D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FCD80948-8FBA-8AE9-029C-B469581BC9FE}"/>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7811F34A-A62C-BC8F-113D-3A7AD96EFFF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3700464307"/>
      </p:ext>
    </p:extLst>
  </p:cSld>
  <p:clrMapOvr>
    <a:masterClrMapping/>
  </p:clrMapOvr>
</p:sldLayout>
</file>

<file path=ppt/slideLayouts/slideLayout_8000001C_9E8AD995.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10" name="Shape">
            <a:extLst>
              <a:ext uri="{FF2B5EF4-FFF2-40B4-BE49-F238E27FC236}">
                <a16:creationId xmlns:a16="http://schemas.microsoft.com/office/drawing/2014/main" id="{518C51F0-983B-E75D-43D9-AB5A1692E483}"/>
              </a:ext>
            </a:extLst>
          </p:cNvPr>
          <p:cNvSpPr/>
          <p:nvPr/>
        </p:nvSpPr>
        <p:spPr>
          <a:xfrm>
            <a:off x="678727" y="1027243"/>
            <a:ext cx="3469803" cy="296055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4F13FE91-399F-901F-6CF0-0447176EA2EF}"/>
              </a:ext>
            </a:extLst>
          </p:cNvPr>
          <p:cNvSpPr/>
          <p:nvPr/>
        </p:nvSpPr>
        <p:spPr>
          <a:xfrm>
            <a:off x="612647" y="708184"/>
            <a:ext cx="3378902" cy="3101816"/>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Title 1">
            <a:extLst>
              <a:ext uri="{FF2B5EF4-FFF2-40B4-BE49-F238E27FC236}">
                <a16:creationId xmlns:a16="http://schemas.microsoft.com/office/drawing/2014/main" id="{830AF312-BB7E-63CF-42C0-3AAF17BB4CC9}"/>
              </a:ext>
            </a:extLst>
          </p:cNvPr>
          <p:cNvSpPr>
            <a:spLocks noGrp="1"/>
          </p:cNvSpPr>
          <p:nvPr>
            <p:ph type="title"/>
          </p:nvPr>
        </p:nvSpPr>
        <p:spPr>
          <a:xfrm>
            <a:off x="1059609" y="1170994"/>
            <a:ext cx="2474546" cy="2192044"/>
          </a:xfrm>
        </p:spPr>
        <p:txBody>
          <a:bodyPr anchor="ctr">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813300" y="708184"/>
            <a:ext cx="67630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C75D260-6D49-B6E6-0AF7-CB139EC2E17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CE7449F8-8E08-2E2D-E1DC-B35D55FA98C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B7485ACA-FF2D-E071-ABB4-8D1CBF292DA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2659899797"/>
      </p:ext>
    </p:extLst>
  </p:cSld>
  <p:clrMapOvr>
    <a:masterClrMapping/>
  </p:clrMapOvr>
</p:sldLayout>
</file>

<file path=ppt/slideLayouts/slideLayout_8000001D_7D09C866.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514175"/>
            <a:ext cx="6426389" cy="1315029"/>
          </a:xfrm>
        </p:spPr>
        <p:txBody>
          <a:bodyPr anchor="b"/>
          <a:lstStyle/>
          <a:p>
            <a:r>
              <a:rPr lang="en-US"/>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
            </a:fld>
            <a:endParaRPr lang="en-US"/>
          </a:p>
        </p:txBody>
      </p:sp>
      <p:cxnSp>
        <p:nvCxnSpPr>
          <p:cNvPr id="3" name="Straight Connector 2">
            <a:extLst>
              <a:ext uri="{FF2B5EF4-FFF2-40B4-BE49-F238E27FC236}">
                <a16:creationId xmlns:a16="http://schemas.microsoft.com/office/drawing/2014/main" id="{11894081-07CB-999F-D411-9154D25C9500}"/>
              </a:ext>
            </a:extLst>
          </p:cNvPr>
          <p:cNvCxnSpPr>
            <a:cxnSpLocks/>
          </p:cNvCxnSpPr>
          <p:nvPr/>
        </p:nvCxnSpPr>
        <p:spPr>
          <a:xfrm>
            <a:off x="457108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7793126"/>
      </p:ext>
    </p:extLst>
  </p:cSld>
  <p:clrMapOvr>
    <a:masterClrMapping/>
  </p:clrMapOvr>
</p:sldLayout>
</file>

<file path=ppt/slideLayouts/slideLayout_8000001E_F119815F.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3319"/>
            <a:ext cx="6339541"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a:prstGeom prst="rect">
            <a:avLst/>
          </a:prstGeo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a:prstGeom prst="rect">
            <a:avLst/>
          </a:prstGeom>
        </p:spPr>
        <p:txBody>
          <a:bodyPr/>
          <a:lstStyle/>
          <a:p>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a:prstGeom prst="rect">
            <a:avLst/>
          </a:prstGeom>
        </p:spPr>
        <p:txBody>
          <a:bodyPr/>
          <a:lstStyle/>
          <a:p>
            <a:fld id="{AEAA3239-9EA4-4A65-A281-97F994456D9F}" type="slidenum">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a:t> </a:t>
            </a:r>
          </a:p>
        </p:txBody>
      </p:sp>
      <p:cxnSp>
        <p:nvCxnSpPr>
          <p:cNvPr id="3" name="Straight Connector 2">
            <a:extLst>
              <a:ext uri="{FF2B5EF4-FFF2-40B4-BE49-F238E27FC236}">
                <a16:creationId xmlns:a16="http://schemas.microsoft.com/office/drawing/2014/main" id="{B316B204-7C08-FBD9-C195-7CBD8936FB7B}"/>
              </a:ext>
            </a:extLst>
          </p:cNvPr>
          <p:cNvCxnSpPr>
            <a:cxnSpLocks/>
          </p:cNvCxnSpPr>
          <p:nvPr/>
        </p:nvCxnSpPr>
        <p:spPr>
          <a:xfrm>
            <a:off x="7614198"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4980575"/>
      </p:ext>
    </p:extLst>
  </p:cSld>
  <p:clrMapOvr>
    <a:masterClrMapping/>
  </p:clrMapOvr>
</p:sldLayout>
</file>

<file path=ppt/slideLayouts/slideLayout_8000001F_1D0BC52F.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555536"/>
            <a:ext cx="6950232" cy="932688"/>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a:prstGeom prst="rect">
            <a:avLst/>
          </a:prstGeo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
            </a:fld>
            <a:endParaRPr lang="en-US"/>
          </a:p>
        </p:txBody>
      </p:sp>
      <p:cxnSp>
        <p:nvCxnSpPr>
          <p:cNvPr id="5" name="Straight Connector 4">
            <a:extLst>
              <a:ext uri="{FF2B5EF4-FFF2-40B4-BE49-F238E27FC236}">
                <a16:creationId xmlns:a16="http://schemas.microsoft.com/office/drawing/2014/main" id="{8AE22ED6-A6FC-6BAB-A8E5-6EFB749B5EC5}"/>
              </a:ext>
            </a:extLst>
          </p:cNvPr>
          <p:cNvCxnSpPr>
            <a:cxnSpLocks/>
          </p:cNvCxnSpPr>
          <p:nvPr/>
        </p:nvCxnSpPr>
        <p:spPr>
          <a:xfrm>
            <a:off x="403399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7310639"/>
      </p:ext>
    </p:extLst>
  </p:cSld>
  <p:clrMapOvr>
    <a:masterClrMapping/>
  </p:clrMapOvr>
</p:sldLayout>
</file>

<file path=ppt/slideLayouts/slideLayout_8000002A_FF96A00A.xml><?xml version="1.0" encoding="utf-8"?>
<p:sldLayout xmlns:a="http://schemas.openxmlformats.org/drawingml/2006/main" xmlns:r="http://schemas.openxmlformats.org/officeDocument/2006/relationships" xmlns:p="http://schemas.openxmlformats.org/presentationml/2006/main" preserve="1">
  <p:cSld name="Content with Picture 1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838424"/>
            <a:ext cx="4485564" cy="4488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a:prstGeom prst="rect">
            <a:avLst/>
          </a:prstGeom>
        </p:spPr>
        <p:txBody>
          <a:bodyPr/>
          <a:lstStyle/>
          <a:p>
            <a:fld id="{AEAA3239-9EA4-4A65-A281-97F994456D9F}" type="slidenum">
              <a:rPr lang="en-US" smtClean="0"/>
              <a:t/>
            </a:fld>
            <a:endParaRPr lang="en-US"/>
          </a:p>
        </p:txBody>
      </p:sp>
      <p:sp>
        <p:nvSpPr>
          <p:cNvPr id="3" name="Shape">
            <a:extLst>
              <a:ext uri="{FF2B5EF4-FFF2-40B4-BE49-F238E27FC236}">
                <a16:creationId xmlns:a16="http://schemas.microsoft.com/office/drawing/2014/main" id="{7D2E59BA-BC78-5994-0E85-6CEE8FE1A2C7}"/>
              </a:ext>
            </a:extLst>
          </p:cNvPr>
          <p:cNvSpPr/>
          <p:nvPr/>
        </p:nvSpPr>
        <p:spPr>
          <a:xfrm>
            <a:off x="5774454" y="2174531"/>
            <a:ext cx="5804899" cy="415206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Picture Placeholder 10">
            <a:extLst>
              <a:ext uri="{FF2B5EF4-FFF2-40B4-BE49-F238E27FC236}">
                <a16:creationId xmlns:a16="http://schemas.microsoft.com/office/drawing/2014/main" id="{7C8527F9-0AAC-2962-54C9-733B06E86439}"/>
              </a:ext>
            </a:extLst>
          </p:cNvPr>
          <p:cNvSpPr>
            <a:spLocks noGrp="1"/>
          </p:cNvSpPr>
          <p:nvPr>
            <p:ph type="pic" sz="quarter" idx="18" hasCustomPrompt="1"/>
          </p:nvPr>
        </p:nvSpPr>
        <p:spPr>
          <a:xfrm>
            <a:off x="5644314" y="1838424"/>
            <a:ext cx="5715205" cy="429232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Tree>
    <p:extLst>
      <p:ext uri="{BB962C8B-B14F-4D97-AF65-F5344CB8AC3E}">
        <p14:creationId xmlns:p14="http://schemas.microsoft.com/office/powerpoint/2010/main" val="4288061450"/>
      </p:ext>
    </p:extLst>
  </p:cSld>
  <p:clrMapOvr>
    <a:overrideClrMapping bg1="lt1" tx1="dk1" bg2="lt2" tx2="dk2" accent1="accent1" accent2="accent2" accent3="accent3" accent4="accent4" accent5="accent5" accent6="accent6" hlink="hlink" folHlink="folHlink"/>
  </p:clrMapOvr>
</p:sldLayout>
</file>

<file path=ppt/slideLayouts/slideLayout_8000002B_560D8D78.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50FC415C-6548-7A71-9590-9F59EEF87C10}"/>
              </a:ext>
            </a:extLst>
          </p:cNvPr>
          <p:cNvSpPr/>
          <p:nvPr/>
        </p:nvSpPr>
        <p:spPr>
          <a:xfrm>
            <a:off x="5440228" y="2239339"/>
            <a:ext cx="6139125" cy="3880753"/>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113357"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10">
            <a:extLst>
              <a:ext uri="{FF2B5EF4-FFF2-40B4-BE49-F238E27FC236}">
                <a16:creationId xmlns:a16="http://schemas.microsoft.com/office/drawing/2014/main" id="{5013ECA8-A109-DA0B-779F-91413FC01923}"/>
              </a:ext>
            </a:extLst>
          </p:cNvPr>
          <p:cNvSpPr>
            <a:spLocks noGrp="1"/>
          </p:cNvSpPr>
          <p:nvPr>
            <p:ph type="pic" sz="quarter" idx="18" hasCustomPrompt="1"/>
          </p:nvPr>
        </p:nvSpPr>
        <p:spPr>
          <a:xfrm>
            <a:off x="5315252" y="1912398"/>
            <a:ext cx="6044267" cy="4011844"/>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lang="en-US" dirty="0"/>
            </a:lvl1pPr>
          </a:lstStyle>
          <a:p>
            <a:r>
              <a:rPr lang="en-US"/>
              <a:t> </a:t>
            </a:r>
          </a:p>
        </p:txBody>
      </p:sp>
      <p:sp>
        <p:nvSpPr>
          <p:cNvPr id="7" name="Footer Placeholder 4">
            <a:extLst>
              <a:ext uri="{FF2B5EF4-FFF2-40B4-BE49-F238E27FC236}">
                <a16:creationId xmlns:a16="http://schemas.microsoft.com/office/drawing/2014/main" id="{F87E7E84-44E5-0E60-3EE3-8737B2A18FA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38E621FE-7CC2-0C35-A07D-B3FC44FD4C2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A00CB403-B088-E56C-7827-A20ABF5769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1443728760"/>
      </p:ext>
    </p:extLst>
  </p:cSld>
  <p:clrMapOvr>
    <a:masterClrMapping/>
  </p:clrMapOvr>
</p:sldLayout>
</file>

<file path=ppt/slideLayouts/slideLayout_8000002C_AF199ECA.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2677956A-C88F-78CB-7428-13BB3FEF3483}"/>
              </a:ext>
            </a:extLst>
          </p:cNvPr>
          <p:cNvSpPr/>
          <p:nvPr/>
        </p:nvSpPr>
        <p:spPr>
          <a:xfrm>
            <a:off x="739739" y="1970410"/>
            <a:ext cx="5804899" cy="434956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anchor="b"/>
          <a:lstStyle/>
          <a:p>
            <a:r>
              <a:rPr lang="en-US"/>
              <a:t>Click to edit Master title style</a:t>
            </a:r>
          </a:p>
        </p:txBody>
      </p:sp>
      <p:sp>
        <p:nvSpPr>
          <p:cNvPr id="5" name="Picture Placeholder 10">
            <a:extLst>
              <a:ext uri="{FF2B5EF4-FFF2-40B4-BE49-F238E27FC236}">
                <a16:creationId xmlns:a16="http://schemas.microsoft.com/office/drawing/2014/main" id="{186B2304-4EA6-E2B5-F4F8-D1686841F0A1}"/>
              </a:ext>
            </a:extLst>
          </p:cNvPr>
          <p:cNvSpPr>
            <a:spLocks noGrp="1"/>
          </p:cNvSpPr>
          <p:nvPr>
            <p:ph type="pic" sz="quarter" idx="18" hasCustomPrompt="1"/>
          </p:nvPr>
        </p:nvSpPr>
        <p:spPr>
          <a:xfrm>
            <a:off x="609599" y="1627632"/>
            <a:ext cx="5715205" cy="4496489"/>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627632"/>
            <a:ext cx="4479145" cy="46923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a:prstGeom prst="rect">
            <a:avLst/>
          </a:prstGeom>
        </p:spPr>
        <p:txBody>
          <a:bodyPr/>
          <a:lstStyle/>
          <a:p>
            <a:fld id="{AEAA3239-9EA4-4A65-A281-97F994456D9F}" type="slidenum">
              <a:rPr lang="en-US" smtClean="0"/>
              <a:t/>
            </a:fld>
            <a:endParaRPr lang="en-US"/>
          </a:p>
        </p:txBody>
      </p:sp>
    </p:spTree>
    <p:extLst>
      <p:ext uri="{BB962C8B-B14F-4D97-AF65-F5344CB8AC3E}">
        <p14:creationId xmlns:p14="http://schemas.microsoft.com/office/powerpoint/2010/main" val="2937691850"/>
      </p:ext>
    </p:extLst>
  </p:cSld>
  <p:clrMapOvr>
    <a:masterClrMapping/>
  </p:clrMapOvr>
</p:sldLayout>
</file>

<file path=ppt/slideLayouts/slideLayout_8000002D_4919F252.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D5D7C530-B577-9E02-8A60-5EDBB72006B5}"/>
              </a:ext>
            </a:extLst>
          </p:cNvPr>
          <p:cNvSpPr/>
          <p:nvPr/>
        </p:nvSpPr>
        <p:spPr>
          <a:xfrm>
            <a:off x="675680" y="2516628"/>
            <a:ext cx="4609551" cy="3620904"/>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anchor="t">
            <a:normAutofit/>
          </a:bodyPr>
          <a:lstStyle>
            <a:lvl1pPr>
              <a:defRPr sz="3600"/>
            </a:lvl1pPr>
          </a:lstStyle>
          <a:p>
            <a:r>
              <a:rPr lang="en-US"/>
              <a:t>Click to edit Master title style</a:t>
            </a:r>
          </a:p>
        </p:txBody>
      </p:sp>
      <p:sp>
        <p:nvSpPr>
          <p:cNvPr id="4" name="Picture Placeholder 10">
            <a:extLst>
              <a:ext uri="{FF2B5EF4-FFF2-40B4-BE49-F238E27FC236}">
                <a16:creationId xmlns:a16="http://schemas.microsoft.com/office/drawing/2014/main" id="{4F75EDFE-D268-4D74-752B-6DB079CF1C9C}"/>
              </a:ext>
            </a:extLst>
          </p:cNvPr>
          <p:cNvSpPr>
            <a:spLocks noGrp="1"/>
          </p:cNvSpPr>
          <p:nvPr>
            <p:ph type="pic" sz="quarter" idx="15" hasCustomPrompt="1"/>
          </p:nvPr>
        </p:nvSpPr>
        <p:spPr>
          <a:xfrm>
            <a:off x="609599" y="2173850"/>
            <a:ext cx="4488792" cy="379367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6B72A591-427A-90CA-36AE-C150001B388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9FBD4796-905C-132A-092E-22E9AF1B017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FFED0402-467D-E037-9829-BCC7DE3B8845}"/>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1226437202"/>
      </p:ext>
    </p:extLst>
  </p:cSld>
  <p:clrMapOvr>
    <a:masterClrMapping/>
  </p:clrMapOvr>
</p:sldLayout>
</file>

<file path=ppt/slideLayouts/slideLayout_8000002E_2093672B.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Shape">
            <a:extLst>
              <a:ext uri="{FF2B5EF4-FFF2-40B4-BE49-F238E27FC236}">
                <a16:creationId xmlns:a16="http://schemas.microsoft.com/office/drawing/2014/main" id="{6E70FB67-0F80-BE17-D86B-F8A00D36D16F}"/>
              </a:ext>
            </a:extLst>
          </p:cNvPr>
          <p:cNvSpPr/>
          <p:nvPr/>
        </p:nvSpPr>
        <p:spPr>
          <a:xfrm>
            <a:off x="792041" y="2637923"/>
            <a:ext cx="3529341" cy="3508440"/>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anchor="t">
            <a:no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5960" y="2295145"/>
            <a:ext cx="3436881" cy="3675841"/>
          </a:xfrm>
          <a:blipFill>
            <a:blip r:embed="rId2">
              <a:alphaModFix amt="85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82135E48-6254-45C6-7DDB-66AFB41506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DE660DF9-E1C4-5761-5FC3-5D2AEF15370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BEF33CE-9AB9-2977-453D-017FBD4238B0}"/>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546531115"/>
      </p:ext>
    </p:extLst>
  </p:cSld>
  <p:clrMapOvr>
    <a:masterClrMapping/>
  </p:clrMapOvr>
</p:sldLayout>
</file>

<file path=ppt/slideLayouts/slideLayout_8000002F_65D4D484.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5" name="Title 9">
            <a:extLst>
              <a:ext uri="{FF2B5EF4-FFF2-40B4-BE49-F238E27FC236}">
                <a16:creationId xmlns:a16="http://schemas.microsoft.com/office/drawing/2014/main" id="{213AB558-35C1-4A44-D31A-525DE98EC36A}"/>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a:t>Click to edit Master title style</a:t>
            </a:r>
          </a:p>
        </p:txBody>
      </p:sp>
      <p:sp>
        <p:nvSpPr>
          <p:cNvPr id="4" name="Content Placeholder 5">
            <a:extLst>
              <a:ext uri="{FF2B5EF4-FFF2-40B4-BE49-F238E27FC236}">
                <a16:creationId xmlns:a16="http://schemas.microsoft.com/office/drawing/2014/main" id="{0A5A92EC-E3FB-31E9-61F0-EE7ECD707D39}"/>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a:t>##%</a:t>
            </a:r>
          </a:p>
        </p:txBody>
      </p:sp>
      <p:sp>
        <p:nvSpPr>
          <p:cNvPr id="8" name="Footer Placeholder 4">
            <a:extLst>
              <a:ext uri="{FF2B5EF4-FFF2-40B4-BE49-F238E27FC236}">
                <a16:creationId xmlns:a16="http://schemas.microsoft.com/office/drawing/2014/main" id="{0772E3F0-624C-9464-9338-4D71D7C1241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DDC64F13-B276-91F5-3FAF-69DAEAF48A4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7A266EE2-59A7-B270-100C-C647392CA5E6}"/>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17084468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A_C9EFADCA.xml><?xml version="1.0" encoding="utf-8"?>
<p:sldLayout xmlns:a="http://schemas.openxmlformats.org/drawingml/2006/main" xmlns:r="http://schemas.openxmlformats.org/officeDocument/2006/relationships" xmlns:p="http://schemas.openxmlformats.org/presentationml/2006/main" type="titleOnly" preserve="1">
  <p:cSld name="Title Only">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4" name="Footer Placeholder 4">
            <a:extLst>
              <a:ext uri="{FF2B5EF4-FFF2-40B4-BE49-F238E27FC236}">
                <a16:creationId xmlns:a16="http://schemas.microsoft.com/office/drawing/2014/main" id="{997C84A4-6A79-3485-A77E-989CD758309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9E55074A-9964-8F29-CF91-8A0D5AF16CB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AAF6FDF-2AC3-DB97-1683-2D56D880D51B}"/>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3387928010"/>
      </p:ext>
    </p:extLst>
  </p:cSld>
  <p:clrMapOvr>
    <a:overrideClrMapping bg1="lt1" tx1="dk1" bg2="lt2" tx2="dk2" accent1="accent1" accent2="accent2" accent3="accent3" accent4="accent4" accent5="accent5" accent6="accent6" hlink="hlink" folHlink="folHlink"/>
  </p:clrMapOvr>
</p:sldLayout>
</file>

<file path=ppt/slideLayouts/slideLayout_8000003B_C62C0BB4.xml><?xml version="1.0" encoding="utf-8"?>
<p:sldLayout xmlns:a="http://schemas.openxmlformats.org/drawingml/2006/main" xmlns:r="http://schemas.openxmlformats.org/officeDocument/2006/relationships" xmlns:p="http://schemas.openxmlformats.org/presentationml/2006/main" type="blank" preserve="1">
  <p:cSld name="Empty">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A6B9D93-9B64-1CD3-A833-FFDD8C5DBA7C}"/>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37BFBC61-3CC2-D636-FC54-55E9720C4A08}"/>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9D0D17A4-DEA9-4B44-C0FE-1238BACA12F7}"/>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3" name="Footer Placeholder 4">
            <a:extLst>
              <a:ext uri="{FF2B5EF4-FFF2-40B4-BE49-F238E27FC236}">
                <a16:creationId xmlns:a16="http://schemas.microsoft.com/office/drawing/2014/main" id="{373E672C-94F7-4F94-AA9D-0B2344E4BC8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794D1CA6-A4DC-DBEE-5E99-FCD16E8FE0E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C02D83F5-E164-0E11-063F-914D641C1C8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3324775348"/>
      </p:ext>
    </p:extLst>
  </p:cSld>
  <p:clrMapOvr>
    <a:overrideClrMapping bg1="lt1" tx1="dk1" bg2="lt2" tx2="dk2" accent1="accent1" accent2="accent2" accent3="accent3" accent4="accent4" accent5="accent5" accent6="accent6" hlink="hlink" folHlink="folHlink"/>
  </p:clrMapOvr>
</p:sldLayout>
</file>

<file path=ppt/slideLayouts/slideLayout_8000003C_B9050314.xml><?xml version="1.0" encoding="utf-8"?>
<p:sldLayout xmlns:a="http://schemas.openxmlformats.org/drawingml/2006/main" xmlns:r="http://schemas.openxmlformats.org/officeDocument/2006/relationships" xmlns:p="http://schemas.openxmlformats.org/presentationml/2006/main" type="objTx" preserve="1">
  <p:cSld name="Content with Cap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5"/>
            <a:ext cx="6440258" cy="5755109"/>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99326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4">
            <a:extLst>
              <a:ext uri="{FF2B5EF4-FFF2-40B4-BE49-F238E27FC236}">
                <a16:creationId xmlns:a16="http://schemas.microsoft.com/office/drawing/2014/main" id="{3490C2B9-2891-C4B8-A62C-388B9E630863}"/>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5" name="Date Placeholder 3">
            <a:extLst>
              <a:ext uri="{FF2B5EF4-FFF2-40B4-BE49-F238E27FC236}">
                <a16:creationId xmlns:a16="http://schemas.microsoft.com/office/drawing/2014/main" id="{72391F72-8364-5853-5AF7-052CEB5F9248}"/>
              </a:ext>
            </a:extLst>
          </p:cNvPr>
          <p:cNvSpPr>
            <a:spLocks noGrp="1"/>
          </p:cNvSpPr>
          <p:nvPr>
            <p:ph type="dt" sz="half" idx="10"/>
          </p:nvPr>
        </p:nvSpPr>
        <p:spPr>
          <a:xfrm>
            <a:off x="8893929" y="6410960"/>
            <a:ext cx="2202644" cy="298120"/>
          </a:xfrm>
          <a:prstGeom prst="rect">
            <a:avLst/>
          </a:prstGeom>
        </p:spPr>
        <p:txBody>
          <a:bodyPr anchor="b"/>
          <a:lstStyle>
            <a:lvl1pPr>
              <a:defRPr sz="1200"/>
            </a:lvl1pPr>
          </a:lstStyle>
          <a:p>
            <a:endParaRPr lang="en-US"/>
          </a:p>
        </p:txBody>
      </p:sp>
      <p:sp>
        <p:nvSpPr>
          <p:cNvPr id="7" name="Slide Number Placeholder 5">
            <a:extLst>
              <a:ext uri="{FF2B5EF4-FFF2-40B4-BE49-F238E27FC236}">
                <a16:creationId xmlns:a16="http://schemas.microsoft.com/office/drawing/2014/main" id="{8E50753C-CFE5-2B43-A721-D0E923A0E0E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3104113428"/>
      </p:ext>
    </p:extLst>
  </p:cSld>
  <p:clrMapOvr>
    <a:overrideClrMapping bg1="lt1" tx1="dk1" bg2="lt2" tx2="dk2" accent1="accent1" accent2="accent2" accent3="accent3" accent4="accent4" accent5="accent5" accent6="accent6" hlink="hlink" folHlink="folHlink"/>
  </p:clrMapOvr>
</p:sldLayout>
</file>

<file path=ppt/slideLayouts/slideLayout_8000003D_6859C20D.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AAA00F4A-8B03-B8A7-EF9E-9FA816B844D9}"/>
              </a:ext>
            </a:extLst>
          </p:cNvPr>
          <p:cNvSpPr/>
          <p:nvPr/>
        </p:nvSpPr>
        <p:spPr>
          <a:xfrm>
            <a:off x="5134801" y="980808"/>
            <a:ext cx="6345319" cy="5190277"/>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557784"/>
            <a:ext cx="3595634" cy="1762083"/>
          </a:xfrm>
        </p:spPr>
        <p:txBody>
          <a:bodyPr anchor="t">
            <a:normAutofit/>
          </a:bodyPr>
          <a:lstStyle>
            <a:lvl1pPr>
              <a:defRPr sz="36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0">
            <a:extLst>
              <a:ext uri="{FF2B5EF4-FFF2-40B4-BE49-F238E27FC236}">
                <a16:creationId xmlns:a16="http://schemas.microsoft.com/office/drawing/2014/main" id="{6AB62C19-EED5-2CB6-3778-D242A01B31A4}"/>
              </a:ext>
            </a:extLst>
          </p:cNvPr>
          <p:cNvSpPr>
            <a:spLocks noGrp="1"/>
          </p:cNvSpPr>
          <p:nvPr>
            <p:ph type="pic" sz="quarter" idx="13" hasCustomPrompt="1"/>
          </p:nvPr>
        </p:nvSpPr>
        <p:spPr>
          <a:xfrm>
            <a:off x="4976261" y="557784"/>
            <a:ext cx="6345319" cy="5437925"/>
          </a:xfrm>
          <a:blipFill>
            <a:blip r:embed="rId2">
              <a:alphaModFix amt="70000"/>
              <a:extLst>
                <a:ext uri="{28A0092B-C50C-407E-A947-70E740481C1C}">
                  <a14:useLocalDpi xmlns:a14="http://schemas.microsoft.com/office/drawing/2010/main" val="0"/>
                </a:ext>
              </a:extLst>
            </a:blip>
            <a:stretch>
              <a:fillRect/>
            </a:stretch>
          </a:blipFill>
          <a:ln w="25400">
            <a:solidFill>
              <a:schemeClr val="tx1"/>
            </a:solidFill>
          </a:ln>
        </p:spPr>
        <p:txBody>
          <a:bodyPr/>
          <a:lstStyle>
            <a:lvl1pPr marL="0" indent="0">
              <a:buNone/>
              <a:defRPr/>
            </a:lvl1pPr>
          </a:lstStyle>
          <a:p>
            <a:r>
              <a:rPr lang="en-US"/>
              <a:t> </a:t>
            </a:r>
          </a:p>
        </p:txBody>
      </p:sp>
      <p:sp>
        <p:nvSpPr>
          <p:cNvPr id="10" name="Footer Placeholder 4">
            <a:extLst>
              <a:ext uri="{FF2B5EF4-FFF2-40B4-BE49-F238E27FC236}">
                <a16:creationId xmlns:a16="http://schemas.microsoft.com/office/drawing/2014/main" id="{13D8F1A6-74FA-F0AA-BD1D-9179B632224B}"/>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CDAC8853-1F8E-BAF2-7EA5-E7CC3A30143B}"/>
              </a:ext>
            </a:extLst>
          </p:cNvPr>
          <p:cNvSpPr>
            <a:spLocks noGrp="1"/>
          </p:cNvSpPr>
          <p:nvPr>
            <p:ph type="dt" sz="half" idx="14"/>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81F632EE-8F97-1D42-BC0E-348FE22EAD0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1750712845"/>
      </p:ext>
    </p:extLst>
  </p:cSld>
  <p:clrMapOvr>
    <a:masterClrMapping/>
  </p:clrMapOvr>
</p:sldLayout>
</file>

<file path=ppt/slideLayouts/slideLayout_8000003E_AAF630A6.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E60F089B-9235-81DB-CA69-D7CB62593609}"/>
              </a:ext>
            </a:extLst>
          </p:cNvPr>
          <p:cNvGrpSpPr/>
          <p:nvPr/>
        </p:nvGrpSpPr>
        <p:grpSpPr>
          <a:xfrm>
            <a:off x="452064" y="492893"/>
            <a:ext cx="11287872" cy="5876422"/>
            <a:chOff x="521208" y="647905"/>
            <a:chExt cx="11365969" cy="5565740"/>
          </a:xfrm>
        </p:grpSpPr>
        <p:sp>
          <p:nvSpPr>
            <p:cNvPr id="4" name="Shape 2">
              <a:extLst>
                <a:ext uri="{FF2B5EF4-FFF2-40B4-BE49-F238E27FC236}">
                  <a16:creationId xmlns:a16="http://schemas.microsoft.com/office/drawing/2014/main" id="{A7BE37C7-4A0D-B366-88A7-61DDF6BADDFF}"/>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F6ED5B22-34B0-7A29-DE32-F681BB887699}"/>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51011" y="1571632"/>
            <a:ext cx="6905972" cy="1133856"/>
          </a:xfrm>
        </p:spPr>
        <p:txBody>
          <a:bodyPr anchor="b">
            <a:noAutofit/>
          </a:bodyPr>
          <a:lstStyle>
            <a:lvl1pPr>
              <a:defRPr sz="60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72428" y="3198297"/>
            <a:ext cx="9844686" cy="2411393"/>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43B0EB48-D222-B712-F2B3-9932C893C4F7}"/>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6" name="Date Placeholder 3">
            <a:extLst>
              <a:ext uri="{FF2B5EF4-FFF2-40B4-BE49-F238E27FC236}">
                <a16:creationId xmlns:a16="http://schemas.microsoft.com/office/drawing/2014/main" id="{A38DC1E4-B259-385B-34D7-4FEBAE45C04F}"/>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9" name="Slide Number Placeholder 5">
            <a:extLst>
              <a:ext uri="{FF2B5EF4-FFF2-40B4-BE49-F238E27FC236}">
                <a16:creationId xmlns:a16="http://schemas.microsoft.com/office/drawing/2014/main" id="{BB0374E6-29F5-6E16-088E-EC1EE38D0D71}"/>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2868261030"/>
      </p:ext>
    </p:extLst>
  </p:cSld>
  <p:clrMapOvr>
    <a:overrideClrMapping bg1="lt1" tx1="dk1" bg2="lt2" tx2="dk2" accent1="accent1" accent2="accent2" accent3="accent3" accent4="accent4" accent5="accent5" accent6="accent6" hlink="hlink" folHlink="folHlink"/>
  </p:clrMapOvr>
</p:sldLayout>
</file>

<file path=ppt/slideLayouts/slideLayout_8000003F_34899AAD.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67284EC-3D0F-3F16-846C-AB08017ABD0D}"/>
              </a:ext>
            </a:extLst>
          </p:cNvPr>
          <p:cNvGrpSpPr/>
          <p:nvPr/>
        </p:nvGrpSpPr>
        <p:grpSpPr>
          <a:xfrm>
            <a:off x="1290931" y="492893"/>
            <a:ext cx="9610139" cy="5876422"/>
            <a:chOff x="521208" y="647905"/>
            <a:chExt cx="11365969" cy="5565740"/>
          </a:xfrm>
        </p:grpSpPr>
        <p:sp>
          <p:nvSpPr>
            <p:cNvPr id="4" name="Shape 2">
              <a:extLst>
                <a:ext uri="{FF2B5EF4-FFF2-40B4-BE49-F238E27FC236}">
                  <a16:creationId xmlns:a16="http://schemas.microsoft.com/office/drawing/2014/main" id="{7E5FBE18-9CC6-A8C8-127B-CCA2232BDB14}"/>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sp>
          <p:nvSpPr>
            <p:cNvPr id="5" name="Shape1">
              <a:extLst>
                <a:ext uri="{FF2B5EF4-FFF2-40B4-BE49-F238E27FC236}">
                  <a16:creationId xmlns:a16="http://schemas.microsoft.com/office/drawing/2014/main" id="{896B8FC0-2B00-3276-EB32-68AEA34310A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79548" y="1627318"/>
            <a:ext cx="8257213" cy="1842020"/>
          </a:xfrm>
        </p:spPr>
        <p:txBody>
          <a:bodyPr anchor="b">
            <a:no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879669" y="3622674"/>
            <a:ext cx="8257087"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300BE14F-B804-8786-E6FC-084A0A7FA683}"/>
              </a:ext>
            </a:extLst>
          </p:cNvPr>
          <p:cNvSpPr>
            <a:spLocks noGrp="1"/>
          </p:cNvSpPr>
          <p:nvPr>
            <p:ph type="ftr" sz="quarter" idx="3"/>
          </p:nvPr>
        </p:nvSpPr>
        <p:spPr>
          <a:xfrm>
            <a:off x="612647" y="6410960"/>
            <a:ext cx="2805405" cy="298120"/>
          </a:xfrm>
          <a:prstGeom prst="rect">
            <a:avLst/>
          </a:prstGeom>
        </p:spPr>
        <p:txBody>
          <a:bodyPr anchor="b"/>
          <a:lstStyle>
            <a:lvl1pPr>
              <a:defRPr sz="1200">
                <a:solidFill>
                  <a:schemeClr val="bg1"/>
                </a:solidFill>
              </a:defRPr>
            </a:lvl1pPr>
          </a:lstStyle>
          <a:p>
            <a:endParaRPr lang="en-US"/>
          </a:p>
        </p:txBody>
      </p:sp>
      <p:sp>
        <p:nvSpPr>
          <p:cNvPr id="8" name="Date Placeholder 3">
            <a:extLst>
              <a:ext uri="{FF2B5EF4-FFF2-40B4-BE49-F238E27FC236}">
                <a16:creationId xmlns:a16="http://schemas.microsoft.com/office/drawing/2014/main" id="{61CB601B-B447-CD6E-FCA1-4CC6DDC76626}"/>
              </a:ext>
            </a:extLst>
          </p:cNvPr>
          <p:cNvSpPr>
            <a:spLocks noGrp="1"/>
          </p:cNvSpPr>
          <p:nvPr>
            <p:ph type="dt" sz="half" idx="2"/>
          </p:nvPr>
        </p:nvSpPr>
        <p:spPr>
          <a:xfrm>
            <a:off x="8893929" y="6410960"/>
            <a:ext cx="2202644" cy="298120"/>
          </a:xfrm>
          <a:prstGeom prst="rect">
            <a:avLst/>
          </a:prstGeom>
        </p:spPr>
        <p:txBody>
          <a:bodyPr anchor="b"/>
          <a:lstStyle>
            <a:lvl1pPr>
              <a:defRPr sz="12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1F950DAF-2879-C094-CC30-7714177A4C96}"/>
              </a:ext>
            </a:extLst>
          </p:cNvPr>
          <p:cNvSpPr>
            <a:spLocks noGrp="1"/>
          </p:cNvSpPr>
          <p:nvPr>
            <p:ph type="sldNum" sz="quarter" idx="4"/>
          </p:nvPr>
        </p:nvSpPr>
        <p:spPr>
          <a:xfrm>
            <a:off x="11147096" y="6410960"/>
            <a:ext cx="429207" cy="298120"/>
          </a:xfrm>
          <a:prstGeom prst="rect">
            <a:avLst/>
          </a:prstGeom>
        </p:spPr>
        <p:txBody>
          <a:bodyPr anchor="b"/>
          <a:lstStyle>
            <a:lvl1pPr>
              <a:defRPr sz="1200">
                <a:solidFill>
                  <a:schemeClr val="bg1"/>
                </a:solidFill>
              </a:defRPr>
            </a:lvl1pPr>
          </a:lstStyle>
          <a:p>
            <a:fld id="{AEAA3239-9EA4-4A65-A281-97F994456D9F}" type="slidenum">
              <a:rPr lang="en-US" smtClean="0"/>
              <a:pPr/>
              <a:t/>
            </a:fld>
            <a:endParaRPr lang="en-US"/>
          </a:p>
        </p:txBody>
      </p:sp>
    </p:spTree>
    <p:extLst>
      <p:ext uri="{BB962C8B-B14F-4D97-AF65-F5344CB8AC3E}">
        <p14:creationId xmlns:p14="http://schemas.microsoft.com/office/powerpoint/2010/main" val="881433261"/>
      </p:ext>
    </p:extLst>
  </p:cSld>
  <p:clrMapOvr>
    <a:overrideClrMapping bg1="lt1" tx1="dk1" bg2="lt2" tx2="dk2" accent1="accent1" accent2="accent2" accent3="accent3" accent4="accent4" accent5="accent5" accent6="accent6" hlink="hlink" folHlink="folHlink"/>
  </p:clrMapOvr>
</p:sldLayout>
</file>

<file path=ppt/slideLayouts/slideLayout_80000001_9B72F457.xml><?xml version="1.0" encoding="utf-8"?>
<p:sldLayout xmlns:a="http://schemas.openxmlformats.org/drawingml/2006/main" xmlns:r="http://schemas.openxmlformats.org/officeDocument/2006/relationships" xmlns:p="http://schemas.openxmlformats.org/presentationml/2006/main" userDrawn="1">
  <p:cSld name="Title with Picture">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7223309"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4974183" cy="2624418"/>
          </a:xfr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4312625"/>
            <a:ext cx="4974183" cy="1065807"/>
          </a:xfrm>
        </p:spPr>
        <p:txBody>
          <a:bodyPr vert="horz" lIns="91440" tIns="45720" rIns="91440" bIns="45720" rtlCol="0" anchor="b">
            <a:normAutofit/>
          </a:bodyPr>
          <a:lstStyle>
            <a:lvl1pPr marL="0" indent="0">
              <a:buNone/>
              <a:defRPr lang="en-US" sz="1600" cap="all" baseline="0" dirty="0"/>
            </a:lvl1pPr>
          </a:lstStyle>
          <a:p>
            <a:pPr lvl="0"/>
            <a:r>
              <a:rPr lang="en-US"/>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7238313" y="812266"/>
            <a:ext cx="3829736"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26080021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2_6F33FE75.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D8A1486C-62DF-0286-F0FA-6D8E6C8513B7}"/>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p>
        </p:txBody>
      </p:sp>
      <p:sp>
        <p:nvSpPr>
          <p:cNvPr id="7" name="Text Placeholder 2">
            <a:extLst>
              <a:ext uri="{FF2B5EF4-FFF2-40B4-BE49-F238E27FC236}">
                <a16:creationId xmlns:a16="http://schemas.microsoft.com/office/drawing/2014/main" id="{F873A82E-EC69-8912-507C-DA9B307DE6F2}"/>
              </a:ext>
            </a:extLst>
          </p:cNvPr>
          <p:cNvSpPr>
            <a:spLocks noGrp="1"/>
          </p:cNvSpPr>
          <p:nvPr>
            <p:ph idx="1"/>
          </p:nvPr>
        </p:nvSpPr>
        <p:spPr>
          <a:xfrm>
            <a:off x="612647" y="1629786"/>
            <a:ext cx="1096365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0CDC75B5-A903-6188-96C8-F110399607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0" name="Date Placeholder 3">
            <a:extLst>
              <a:ext uri="{FF2B5EF4-FFF2-40B4-BE49-F238E27FC236}">
                <a16:creationId xmlns:a16="http://schemas.microsoft.com/office/drawing/2014/main" id="{B97D771A-54A9-9D83-6EAA-DDC7151C8627}"/>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2" name="Slide Number Placeholder 5">
            <a:extLst>
              <a:ext uri="{FF2B5EF4-FFF2-40B4-BE49-F238E27FC236}">
                <a16:creationId xmlns:a16="http://schemas.microsoft.com/office/drawing/2014/main" id="{52259B42-FA10-6971-2364-7DC5DFA2DAAA}"/>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1865678453"/>
      </p:ext>
    </p:extLst>
  </p:cSld>
  <p:clrMapOvr>
    <a:masterClrMapping/>
  </p:clrMapOvr>
</p:sldLayout>
</file>

<file path=ppt/slideLayouts/slideLayout_80000003_450529CE.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D7E220B-260A-1899-9D05-BB8723A88261}"/>
              </a:ext>
            </a:extLst>
          </p:cNvPr>
          <p:cNvGrpSpPr/>
          <p:nvPr/>
        </p:nvGrpSpPr>
        <p:grpSpPr>
          <a:xfrm>
            <a:off x="6941116" y="366348"/>
            <a:ext cx="4886768" cy="6125303"/>
            <a:chOff x="521210" y="647905"/>
            <a:chExt cx="11365967" cy="5565740"/>
          </a:xfrm>
        </p:grpSpPr>
        <p:sp>
          <p:nvSpPr>
            <p:cNvPr id="5" name="Shape 2">
              <a:extLst>
                <a:ext uri="{FF2B5EF4-FFF2-40B4-BE49-F238E27FC236}">
                  <a16:creationId xmlns:a16="http://schemas.microsoft.com/office/drawing/2014/main" id="{91ECAE7C-A949-93C0-3EB3-0B16C6DAC3B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C0165170-3C5A-515F-1EA4-AA3CB178D565}"/>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77F9E3EB-FD43-A59C-A54A-F11FA9251FDC}"/>
              </a:ext>
            </a:extLst>
          </p:cNvPr>
          <p:cNvSpPr>
            <a:spLocks noGrp="1"/>
          </p:cNvSpPr>
          <p:nvPr>
            <p:ph type="title"/>
          </p:nvPr>
        </p:nvSpPr>
        <p:spPr>
          <a:xfrm>
            <a:off x="7168896" y="1129554"/>
            <a:ext cx="4219626" cy="3475236"/>
          </a:xfrm>
        </p:spPr>
        <p:txBody>
          <a:bodyPr anchor="b">
            <a:normAutofit/>
          </a:bodyPr>
          <a:lstStyle>
            <a:lvl1pPr>
              <a:defRPr sz="4800"/>
            </a:lvl1pPr>
          </a:lstStyle>
          <a:p>
            <a:r>
              <a:rPr lang="en-US"/>
              <a:t>Click to edit Master title style</a:t>
            </a:r>
          </a:p>
        </p:txBody>
      </p:sp>
      <p:sp>
        <p:nvSpPr>
          <p:cNvPr id="15" name="Subtitle 2">
            <a:extLst>
              <a:ext uri="{FF2B5EF4-FFF2-40B4-BE49-F238E27FC236}">
                <a16:creationId xmlns:a16="http://schemas.microsoft.com/office/drawing/2014/main" id="{56AC0B9A-E217-462C-714E-6E5BE5799003}"/>
              </a:ext>
            </a:extLst>
          </p:cNvPr>
          <p:cNvSpPr>
            <a:spLocks noGrp="1"/>
          </p:cNvSpPr>
          <p:nvPr>
            <p:ph type="subTitle" idx="1"/>
          </p:nvPr>
        </p:nvSpPr>
        <p:spPr>
          <a:xfrm>
            <a:off x="7168895" y="4731335"/>
            <a:ext cx="4219626" cy="1184585"/>
          </a:xfrm>
        </p:spPr>
        <p:txBody>
          <a:bodyPr vert="horz" lIns="91440" tIns="45720" rIns="91440" bIns="45720" rtlCol="0" anchor="t">
            <a:normAutofit/>
          </a:bodyPr>
          <a:lstStyle>
            <a:lvl1pPr marL="0" indent="0">
              <a:buNone/>
              <a:defRPr lang="en-US" sz="1600" cap="all" baseline="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6584950"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cxnSp>
        <p:nvCxnSpPr>
          <p:cNvPr id="12" name="Straight Connector 11">
            <a:extLst>
              <a:ext uri="{FF2B5EF4-FFF2-40B4-BE49-F238E27FC236}">
                <a16:creationId xmlns:a16="http://schemas.microsoft.com/office/drawing/2014/main" id="{AF16905E-92F3-BA17-041B-A2D4BCBF5BB2}"/>
              </a:ext>
            </a:extLst>
          </p:cNvPr>
          <p:cNvCxnSpPr>
            <a:cxnSpLocks/>
          </p:cNvCxnSpPr>
          <p:nvPr userDrawn="1"/>
        </p:nvCxnSpPr>
        <p:spPr>
          <a:xfrm>
            <a:off x="659257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796628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B34C130B.xml><?xml version="1.0" encoding="utf-8"?>
<p:sldLayout xmlns:a="http://schemas.openxmlformats.org/drawingml/2006/main" xmlns:r="http://schemas.openxmlformats.org/officeDocument/2006/relationships" xmlns:p="http://schemas.openxmlformats.org/presentationml/2006/main" showMasterSp="0" preserve="1" userDrawn="1">
  <p:cSld name="Title with Picture 3">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57F24906-AE7E-6354-BEF6-653E4278B8E2}"/>
              </a:ext>
            </a:extLst>
          </p:cNvPr>
          <p:cNvGrpSpPr/>
          <p:nvPr/>
        </p:nvGrpSpPr>
        <p:grpSpPr>
          <a:xfrm>
            <a:off x="365760" y="366348"/>
            <a:ext cx="4886768" cy="6125303"/>
            <a:chOff x="521210" y="647905"/>
            <a:chExt cx="11365967" cy="5565740"/>
          </a:xfrm>
        </p:grpSpPr>
        <p:sp>
          <p:nvSpPr>
            <p:cNvPr id="8" name="Shape 2">
              <a:extLst>
                <a:ext uri="{FF2B5EF4-FFF2-40B4-BE49-F238E27FC236}">
                  <a16:creationId xmlns:a16="http://schemas.microsoft.com/office/drawing/2014/main" id="{97863BD0-3668-62B2-C6F4-BD77D371C352}"/>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A731F6E5-8C9E-C424-E6F3-6E6FC4DD5464}"/>
                </a:ext>
              </a:extLst>
            </p:cNvPr>
            <p:cNvSpPr/>
            <p:nvPr/>
          </p:nvSpPr>
          <p:spPr>
            <a:xfrm>
              <a:off x="521210" y="647905"/>
              <a:ext cx="10911523"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5" name="Title 4">
            <a:extLst>
              <a:ext uri="{FF2B5EF4-FFF2-40B4-BE49-F238E27FC236}">
                <a16:creationId xmlns:a16="http://schemas.microsoft.com/office/drawing/2014/main" id="{1FE1C070-AE3A-DBC9-E7FC-B233E403A44B}"/>
              </a:ext>
            </a:extLst>
          </p:cNvPr>
          <p:cNvSpPr>
            <a:spLocks noGrp="1"/>
          </p:cNvSpPr>
          <p:nvPr>
            <p:ph type="title"/>
          </p:nvPr>
        </p:nvSpPr>
        <p:spPr>
          <a:xfrm>
            <a:off x="593541" y="603503"/>
            <a:ext cx="4235820" cy="3739895"/>
          </a:xfrm>
        </p:spPr>
        <p:txBody>
          <a:bodyPr>
            <a:normAutofit/>
          </a:bodyPr>
          <a:lstStyle>
            <a:lvl1pPr>
              <a:defRPr sz="5200"/>
            </a:lvl1pPr>
          </a:lstStyle>
          <a:p>
            <a:r>
              <a:rPr lang="en-US"/>
              <a:t>Click to edit Master title style</a:t>
            </a:r>
          </a:p>
        </p:txBody>
      </p:sp>
      <p:sp>
        <p:nvSpPr>
          <p:cNvPr id="13" name="Subtitle 2">
            <a:extLst>
              <a:ext uri="{FF2B5EF4-FFF2-40B4-BE49-F238E27FC236}">
                <a16:creationId xmlns:a16="http://schemas.microsoft.com/office/drawing/2014/main" id="{2F9F140D-1A01-09CE-B008-51350362BB32}"/>
              </a:ext>
            </a:extLst>
          </p:cNvPr>
          <p:cNvSpPr>
            <a:spLocks noGrp="1"/>
          </p:cNvSpPr>
          <p:nvPr>
            <p:ph type="subTitle" idx="1"/>
          </p:nvPr>
        </p:nvSpPr>
        <p:spPr>
          <a:xfrm>
            <a:off x="593541" y="4661255"/>
            <a:ext cx="4235820" cy="1380744"/>
          </a:xfrm>
        </p:spPr>
        <p:txBody>
          <a:bodyPr vert="horz" lIns="91440" tIns="45720" rIns="91440" bIns="45720" rtlCol="0" anchor="b">
            <a:normAutofit/>
          </a:bodyPr>
          <a:lstStyle>
            <a:lvl1pPr marL="0" indent="0">
              <a:buNone/>
              <a:defRPr lang="en-US" sz="1800" cap="all" baseline="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613962" y="0"/>
            <a:ext cx="6578038" cy="6858000"/>
          </a:xfrm>
          <a:blipFill>
            <a:blip r:embed="rId2">
              <a:alphaModFix amt="85000"/>
              <a:extLst>
                <a:ext uri="{28A0092B-C50C-407E-A947-70E740481C1C}">
                  <a14:useLocalDpi xmlns:a14="http://schemas.microsoft.com/office/drawing/2010/main" val="0"/>
                </a:ext>
              </a:extLst>
            </a:blip>
            <a:stretch>
              <a:fillRect/>
            </a:stretch>
          </a:blipFill>
        </p:spPr>
        <p:txBody>
          <a:bodyPr vert="horz" lIns="91440" tIns="0" rIns="0" bIns="0" rtlCol="0">
            <a:noAutofit/>
          </a:bodyPr>
          <a:lstStyle>
            <a:lvl1pPr marL="0" indent="0">
              <a:buNone/>
              <a:defRPr lang="en-US" sz="2400" b="0" i="0"/>
            </a:lvl1pPr>
          </a:lstStyle>
          <a:p>
            <a:pPr marL="228600" lvl="0" indent="-228600">
              <a:lnSpc>
                <a:spcPct val="150000"/>
              </a:lnSpc>
            </a:pPr>
            <a:r>
              <a:rPr lang="en-US"/>
              <a:t>  </a:t>
            </a:r>
          </a:p>
        </p:txBody>
      </p:sp>
      <p:cxnSp>
        <p:nvCxnSpPr>
          <p:cNvPr id="10" name="Straight Connector 9">
            <a:extLst>
              <a:ext uri="{FF2B5EF4-FFF2-40B4-BE49-F238E27FC236}">
                <a16:creationId xmlns:a16="http://schemas.microsoft.com/office/drawing/2014/main" id="{E33280CB-6F3A-4AAC-F373-F6910037E871}"/>
              </a:ext>
            </a:extLst>
          </p:cNvPr>
          <p:cNvCxnSpPr>
            <a:cxnSpLocks/>
          </p:cNvCxnSpPr>
          <p:nvPr/>
        </p:nvCxnSpPr>
        <p:spPr>
          <a:xfrm>
            <a:off x="5594712"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81072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5_852E3746.xml><?xml version="1.0" encoding="utf-8"?>
<p:sldLayout xmlns:a="http://schemas.openxmlformats.org/drawingml/2006/main" xmlns:r="http://schemas.openxmlformats.org/officeDocument/2006/relationships" xmlns:p="http://schemas.openxmlformats.org/presentationml/2006/main" preserve="1" userDrawn="1">
  <p:cSld name="Title with Picture 4">
    <p:bg>
      <p:bgRef idx="1001">
        <a:schemeClr val="bg1"/>
      </p:bgRef>
    </p:bg>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0202F551-CD9C-6E27-92C3-595934B22837}"/>
              </a:ext>
            </a:extLst>
          </p:cNvPr>
          <p:cNvSpPr/>
          <p:nvPr/>
        </p:nvSpPr>
        <p:spPr>
          <a:xfrm>
            <a:off x="1062566" y="1161412"/>
            <a:ext cx="10221119"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a:extLst>
              <a:ext uri="{FF2B5EF4-FFF2-40B4-BE49-F238E27FC236}">
                <a16:creationId xmlns:a16="http://schemas.microsoft.com/office/drawing/2014/main" id="{A703234F-30D0-CB47-612B-1247B3B32162}"/>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cxnSp>
        <p:nvCxnSpPr>
          <p:cNvPr id="10" name="Straight Connector 9">
            <a:extLst>
              <a:ext uri="{FF2B5EF4-FFF2-40B4-BE49-F238E27FC236}">
                <a16:creationId xmlns:a16="http://schemas.microsoft.com/office/drawing/2014/main" id="{8A20E2C7-A47E-F74C-7AE3-3B9E0FAB4AC3}"/>
              </a:ext>
            </a:extLst>
          </p:cNvPr>
          <p:cNvCxnSpPr>
            <a:cxnSpLocks/>
          </p:cNvCxnSpPr>
          <p:nvPr/>
        </p:nvCxnSpPr>
        <p:spPr>
          <a:xfrm>
            <a:off x="8790317" y="800100"/>
            <a:ext cx="0" cy="4953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461123" y="1339060"/>
            <a:ext cx="6699667" cy="2207884"/>
          </a:xfrm>
        </p:spPr>
        <p:txBody>
          <a:bodyPr vert="horz" lIns="91440" tIns="45720" rIns="91440" bIns="45720" rtlCol="0" anchor="b">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459205" y="3786997"/>
            <a:ext cx="6699665" cy="1591436"/>
          </a:xfrm>
        </p:spPr>
        <p:txBody>
          <a:bodyPr vert="horz" lIns="91440" tIns="45720" rIns="91440" bIns="45720" rtlCol="0" anchor="t">
            <a:normAutofit/>
          </a:bodyPr>
          <a:lstStyle>
            <a:lvl1pPr marL="0" indent="0">
              <a:buNone/>
              <a:defRPr lang="en-US" sz="1600" cap="all" baseline="0" dirty="0"/>
            </a:lvl1pPr>
          </a:lstStyle>
          <a:p>
            <a:pPr lvl="0"/>
            <a:r>
              <a:rPr lang="en-US"/>
              <a:t>Click to edit Master subtitle style</a:t>
            </a:r>
          </a:p>
        </p:txBody>
      </p:sp>
      <p:sp>
        <p:nvSpPr>
          <p:cNvPr id="6" name="Picture Placeholder 13">
            <a:extLst>
              <a:ext uri="{FF2B5EF4-FFF2-40B4-BE49-F238E27FC236}">
                <a16:creationId xmlns:a16="http://schemas.microsoft.com/office/drawing/2014/main" id="{4DC1A109-E158-1AD7-E2B7-416EEE08ACC4}"/>
              </a:ext>
            </a:extLst>
          </p:cNvPr>
          <p:cNvSpPr>
            <a:spLocks noGrp="1"/>
          </p:cNvSpPr>
          <p:nvPr>
            <p:ph type="pic" sz="quarter" idx="10" hasCustomPrompt="1"/>
          </p:nvPr>
        </p:nvSpPr>
        <p:spPr>
          <a:xfrm>
            <a:off x="8807569" y="812266"/>
            <a:ext cx="2260479" cy="4928136"/>
          </a:xfrm>
          <a:blipFill>
            <a:blip r:embed="rId2">
              <a:alphaModFix amt="85000"/>
              <a:extLst>
                <a:ext uri="{28A0092B-C50C-407E-A947-70E740481C1C}">
                  <a14:useLocalDpi xmlns:a14="http://schemas.microsoft.com/office/drawing/2010/main" val="0"/>
                </a:ext>
              </a:extLst>
            </a:blip>
            <a:stretch>
              <a:fillRect/>
            </a:stretch>
          </a:blipFill>
          <a:ln w="25400">
            <a:noFill/>
          </a:ln>
        </p:spPr>
        <p:txBody>
          <a:bodyPr vert="horz" lIns="91440" tIns="0" rIns="0" bIns="0" rtlCol="0">
            <a:noAutofit/>
          </a:bodyPr>
          <a:lstStyle>
            <a:lvl1pPr marL="0" indent="0">
              <a:buNone/>
              <a:defRPr lang="en-US" sz="2400" b="0" i="0" noProof="0">
                <a:solidFill>
                  <a:schemeClr val="tx1"/>
                </a:solidFill>
              </a:defRPr>
            </a:lvl1pPr>
          </a:lstStyle>
          <a:p>
            <a:pPr marL="228600" lvl="0" indent="-228600">
              <a:lnSpc>
                <a:spcPct val="150000"/>
              </a:lnSpc>
            </a:pPr>
            <a:r>
              <a:rPr lang="en-US" noProof="0"/>
              <a:t>  </a:t>
            </a:r>
          </a:p>
        </p:txBody>
      </p:sp>
      <p:sp>
        <p:nvSpPr>
          <p:cNvPr id="15" name="Footer Placeholder 4">
            <a:extLst>
              <a:ext uri="{FF2B5EF4-FFF2-40B4-BE49-F238E27FC236}">
                <a16:creationId xmlns:a16="http://schemas.microsoft.com/office/drawing/2014/main" id="{DF7B139E-1A4F-D7CF-7764-58DA6FAFE2E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4" name="Date Placeholder 3">
            <a:extLst>
              <a:ext uri="{FF2B5EF4-FFF2-40B4-BE49-F238E27FC236}">
                <a16:creationId xmlns:a16="http://schemas.microsoft.com/office/drawing/2014/main" id="{9538451A-1E74-ABF8-A9BB-311A384BE9B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358985DD-E6CE-DBCC-61CF-9BBFE330EF1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22343985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30C7594D.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B67FC65-5AAF-6A23-5752-1C26B207DC72}"/>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043EAAF4-DE2D-970B-4D15-6D36EEAC1744}"/>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6" name="Shape 1">
              <a:extLst>
                <a:ext uri="{FF2B5EF4-FFF2-40B4-BE49-F238E27FC236}">
                  <a16:creationId xmlns:a16="http://schemas.microsoft.com/office/drawing/2014/main" id="{496DF73D-E4E2-469F-D426-591823D792A6}"/>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278923" y="874374"/>
            <a:ext cx="9634154" cy="2821728"/>
          </a:xfrm>
        </p:spPr>
        <p:txBody>
          <a:bodyPr anchor="b">
            <a:normAutofit/>
          </a:bodyPr>
          <a:lstStyle>
            <a:lvl1pPr algn="ctr">
              <a:defRPr sz="7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012480" y="4077583"/>
            <a:ext cx="8167040" cy="1717042"/>
          </a:xfrm>
        </p:spPr>
        <p:txBody>
          <a:bodyPr anchor="t">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81837089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B2FB29A0.xml><?xml version="1.0" encoding="utf-8"?>
<p:sldLayout xmlns:a="http://schemas.openxmlformats.org/drawingml/2006/main" xmlns:r="http://schemas.openxmlformats.org/officeDocument/2006/relationships" xmlns:p="http://schemas.openxmlformats.org/presentationml/2006/main" showMasterSp="0" preserve="1" userDrawn="1">
  <p:cSld name="Title 2">
    <p:bg>
      <p:bgRef idx="1001">
        <a:schemeClr val="bg1"/>
      </p:bgRef>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E55F6A4-0EE0-72F7-43D5-EB21317D9598}"/>
              </a:ext>
            </a:extLst>
          </p:cNvPr>
          <p:cNvGrpSpPr/>
          <p:nvPr/>
        </p:nvGrpSpPr>
        <p:grpSpPr>
          <a:xfrm>
            <a:off x="452064" y="492893"/>
            <a:ext cx="11287872" cy="5876422"/>
            <a:chOff x="521208" y="647905"/>
            <a:chExt cx="11365969" cy="5565740"/>
          </a:xfrm>
        </p:grpSpPr>
        <p:sp>
          <p:nvSpPr>
            <p:cNvPr id="5" name="Shape 2">
              <a:extLst>
                <a:ext uri="{FF2B5EF4-FFF2-40B4-BE49-F238E27FC236}">
                  <a16:creationId xmlns:a16="http://schemas.microsoft.com/office/drawing/2014/main" id="{C4D77848-8CF0-5322-623B-CDF1FE03362C}"/>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sp>
          <p:nvSpPr>
            <p:cNvPr id="6" name="Shape1">
              <a:extLst>
                <a:ext uri="{FF2B5EF4-FFF2-40B4-BE49-F238E27FC236}">
                  <a16:creationId xmlns:a16="http://schemas.microsoft.com/office/drawing/2014/main" id="{677E7171-85EC-575A-EE36-F9950B227D94}"/>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2400" b="0" i="0" u="none" strike="noStrike" cap="none" noProof="0">
                <a:solidFill>
                  <a:schemeClr val="lt1"/>
                </a:solidFill>
                <a:latin typeface="Karla"/>
                <a:ea typeface="Karla"/>
                <a:cs typeface="Karla"/>
                <a:sym typeface="Karla"/>
              </a:endParaRPr>
            </a:p>
          </p:txBody>
        </p:sp>
      </p:grpSp>
      <p:sp>
        <p:nvSpPr>
          <p:cNvPr id="8" name="Title 7">
            <a:extLst>
              <a:ext uri="{FF2B5EF4-FFF2-40B4-BE49-F238E27FC236}">
                <a16:creationId xmlns:a16="http://schemas.microsoft.com/office/drawing/2014/main" id="{BAC83CEA-8EC3-98F1-0078-550B9B56BE91}"/>
              </a:ext>
            </a:extLst>
          </p:cNvPr>
          <p:cNvSpPr>
            <a:spLocks noGrp="1"/>
          </p:cNvSpPr>
          <p:nvPr>
            <p:ph type="title"/>
          </p:nvPr>
        </p:nvSpPr>
        <p:spPr>
          <a:xfrm>
            <a:off x="974845" y="935204"/>
            <a:ext cx="10036005" cy="3592628"/>
          </a:xfrm>
        </p:spPr>
        <p:txBody>
          <a:bodyPr anchor="b">
            <a:normAutofit/>
          </a:bodyPr>
          <a:lstStyle>
            <a:lvl1pPr>
              <a:defRPr sz="7200"/>
            </a:lvl1pPr>
          </a:lstStyle>
          <a:p>
            <a:r>
              <a:rPr lang="en-US"/>
              <a:t>Click to edit Master title style</a:t>
            </a:r>
          </a:p>
        </p:txBody>
      </p:sp>
      <p:sp>
        <p:nvSpPr>
          <p:cNvPr id="11" name="Subtitle 2">
            <a:extLst>
              <a:ext uri="{FF2B5EF4-FFF2-40B4-BE49-F238E27FC236}">
                <a16:creationId xmlns:a16="http://schemas.microsoft.com/office/drawing/2014/main" id="{42BA4ADB-DF4D-29DD-5069-E1950A2F6636}"/>
              </a:ext>
            </a:extLst>
          </p:cNvPr>
          <p:cNvSpPr>
            <a:spLocks noGrp="1"/>
          </p:cNvSpPr>
          <p:nvPr>
            <p:ph type="subTitle" idx="1"/>
          </p:nvPr>
        </p:nvSpPr>
        <p:spPr>
          <a:xfrm>
            <a:off x="974845" y="4698103"/>
            <a:ext cx="10036005" cy="1014984"/>
          </a:xfrm>
        </p:spPr>
        <p:txBody>
          <a:bodyPr vert="horz" lIns="91440" tIns="45720" rIns="91440" bIns="45720" rtlCol="0" anchor="t">
            <a:noAutofit/>
          </a:bodyPr>
          <a:lstStyle>
            <a:lvl1pPr marL="0" indent="0">
              <a:buNone/>
              <a:defRPr lang="en-US" sz="2800" cap="all" baseline="0" dirty="0"/>
            </a:lvl1pPr>
          </a:lstStyle>
          <a:p>
            <a:pPr lvl="0"/>
            <a:r>
              <a:rPr lang="en-US"/>
              <a:t>Click to edit Master subtitle style</a:t>
            </a:r>
          </a:p>
        </p:txBody>
      </p:sp>
    </p:spTree>
    <p:extLst>
      <p:ext uri="{BB962C8B-B14F-4D97-AF65-F5344CB8AC3E}">
        <p14:creationId xmlns:p14="http://schemas.microsoft.com/office/powerpoint/2010/main" val="300280464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8F5E5C89.xml><?xml version="1.0" encoding="utf-8"?>
<p:sldLayout xmlns:a="http://schemas.openxmlformats.org/drawingml/2006/main" xmlns:r="http://schemas.openxmlformats.org/officeDocument/2006/relationships" xmlns:p="http://schemas.openxmlformats.org/presentationml/2006/main" showMasterSp="0" preserve="1">
  <p:cSld name="Title 3">
    <p:bg>
      <p:bgRef idx="1001">
        <a:schemeClr val="bg1"/>
      </p:bgRef>
    </p:bg>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965F8DDB-78C2-9A91-D69C-2BE7D0DC5F3C}"/>
              </a:ext>
            </a:extLst>
          </p:cNvPr>
          <p:cNvSpPr/>
          <p:nvPr/>
        </p:nvSpPr>
        <p:spPr>
          <a:xfrm>
            <a:off x="1062566" y="1161412"/>
            <a:ext cx="10221119" cy="4831742"/>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5" name="Shape 1">
            <a:extLst>
              <a:ext uri="{FF2B5EF4-FFF2-40B4-BE49-F238E27FC236}">
                <a16:creationId xmlns:a16="http://schemas.microsoft.com/office/drawing/2014/main" id="{F2CE1086-051B-D73D-67CF-8E86D2965B5E}"/>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66900" y="1208585"/>
            <a:ext cx="8229600" cy="2621154"/>
          </a:xfrm>
        </p:spPr>
        <p:txBody>
          <a:bodyPr anchor="b">
            <a:normAutofit/>
          </a:bodyPr>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87623" y="3929930"/>
            <a:ext cx="7588155" cy="1414091"/>
          </a:xfrm>
        </p:spPr>
        <p:txBody>
          <a:bodyPr>
            <a:normAutofit/>
          </a:bodyPr>
          <a:lstStyle>
            <a:lvl1pPr marL="0" indent="0" algn="ctr">
              <a:buNone/>
              <a:defRPr sz="2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4053259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9_2A8A4844.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sp>
        <p:nvSpPr>
          <p:cNvPr id="3" name="Shape 2">
            <a:extLst>
              <a:ext uri="{FF2B5EF4-FFF2-40B4-BE49-F238E27FC236}">
                <a16:creationId xmlns:a16="http://schemas.microsoft.com/office/drawing/2014/main" id="{309359E1-DCAB-6CB5-49DB-E3E715B038D7}"/>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7" name="Shape 1">
            <a:extLst>
              <a:ext uri="{FF2B5EF4-FFF2-40B4-BE49-F238E27FC236}">
                <a16:creationId xmlns:a16="http://schemas.microsoft.com/office/drawing/2014/main" id="{D92930F3-3A63-5E7D-B558-798DFD2A08F5}"/>
              </a:ext>
            </a:extLst>
          </p:cNvPr>
          <p:cNvSpPr/>
          <p:nvPr/>
        </p:nvSpPr>
        <p:spPr>
          <a:xfrm>
            <a:off x="858371" y="800100"/>
            <a:ext cx="10221119" cy="4953001"/>
          </a:xfrm>
          <a:prstGeom prst="rect">
            <a:avLst/>
          </a:prstGeom>
          <a:solidFill>
            <a:schemeClr val="tx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522013" y="1282325"/>
            <a:ext cx="8893834" cy="3988550"/>
          </a:xfrm>
        </p:spPr>
        <p:txBody>
          <a:bodyPr vert="horz" lIns="91440" tIns="45720" rIns="91440" bIns="45720" rtlCol="0" anchor="ctr">
            <a:normAutofit/>
          </a:bodyPr>
          <a:lstStyle>
            <a:lvl1pPr algn="ctr">
              <a:defRPr lang="en-US" sz="5400" dirty="0">
                <a:solidFill>
                  <a:schemeClr val="bg1"/>
                </a:solidFill>
              </a:defRPr>
            </a:lvl1pPr>
          </a:lstStyle>
          <a:p>
            <a:pPr lvl="0"/>
            <a:r>
              <a:rPr lang="en-US"/>
              <a:t>Section header</a:t>
            </a:r>
          </a:p>
        </p:txBody>
      </p:sp>
      <p:sp>
        <p:nvSpPr>
          <p:cNvPr id="12" name="Footer Placeholder 4">
            <a:extLst>
              <a:ext uri="{FF2B5EF4-FFF2-40B4-BE49-F238E27FC236}">
                <a16:creationId xmlns:a16="http://schemas.microsoft.com/office/drawing/2014/main" id="{99B0FCAC-1DD5-03B7-6568-464B93F97E0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1" name="Date Placeholder 3">
            <a:extLst>
              <a:ext uri="{FF2B5EF4-FFF2-40B4-BE49-F238E27FC236}">
                <a16:creationId xmlns:a16="http://schemas.microsoft.com/office/drawing/2014/main" id="{410DA06E-F976-C917-8034-10D5651419E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3" name="Slide Number Placeholder 5">
            <a:extLst>
              <a:ext uri="{FF2B5EF4-FFF2-40B4-BE49-F238E27FC236}">
                <a16:creationId xmlns:a16="http://schemas.microsoft.com/office/drawing/2014/main" id="{7B2B0EFD-25F7-7463-7D6B-AD6B0A8B0FF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7137055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18_7E455C60.xml><?xml version="1.0" encoding="utf-8"?>
<p:sldLayout xmlns:a="http://schemas.openxmlformats.org/drawingml/2006/main" xmlns:r="http://schemas.openxmlformats.org/officeDocument/2006/relationships" xmlns:p="http://schemas.openxmlformats.org/presentationml/2006/main" preserve="1" userDrawn="1">
  <p:cSld name="Content 2">
    <p:bg>
      <p:bgRef idx="1001">
        <a:schemeClr val="bg1"/>
      </p:bgRef>
    </p:bg>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7744A8A6-B09A-3C25-2DA9-92129860EDBD}"/>
              </a:ext>
            </a:extLst>
          </p:cNvPr>
          <p:cNvGrpSpPr/>
          <p:nvPr/>
        </p:nvGrpSpPr>
        <p:grpSpPr>
          <a:xfrm>
            <a:off x="858371" y="1538141"/>
            <a:ext cx="5594950" cy="3781718"/>
            <a:chOff x="521208" y="647905"/>
            <a:chExt cx="11365969" cy="5565740"/>
          </a:xfrm>
        </p:grpSpPr>
        <p:sp>
          <p:nvSpPr>
            <p:cNvPr id="36" name="Shape">
              <a:extLst>
                <a:ext uri="{FF2B5EF4-FFF2-40B4-BE49-F238E27FC236}">
                  <a16:creationId xmlns:a16="http://schemas.microsoft.com/office/drawing/2014/main" id="{18600D5A-4CF6-D9F9-1A3A-5136CC2CE45D}"/>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37" name="Shape">
              <a:extLst>
                <a:ext uri="{FF2B5EF4-FFF2-40B4-BE49-F238E27FC236}">
                  <a16:creationId xmlns:a16="http://schemas.microsoft.com/office/drawing/2014/main" id="{69249D5A-EA70-0210-8234-7481C00A91D0}"/>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7" name="Title 6">
            <a:extLst>
              <a:ext uri="{FF2B5EF4-FFF2-40B4-BE49-F238E27FC236}">
                <a16:creationId xmlns:a16="http://schemas.microsoft.com/office/drawing/2014/main" id="{9F42DEFD-DF95-ABA5-F5E7-97EE2BC38A02}"/>
              </a:ext>
            </a:extLst>
          </p:cNvPr>
          <p:cNvSpPr>
            <a:spLocks noGrp="1"/>
          </p:cNvSpPr>
          <p:nvPr>
            <p:ph type="title"/>
          </p:nvPr>
        </p:nvSpPr>
        <p:spPr>
          <a:xfrm>
            <a:off x="1305332" y="2009984"/>
            <a:ext cx="4515599" cy="2692020"/>
          </a:xfrm>
        </p:spPr>
        <p:txBody>
          <a:bodyPr anchor="ct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7028878" y="2129872"/>
            <a:ext cx="4304752" cy="2454797"/>
          </a:xfrm>
        </p:spPr>
        <p:txBody>
          <a:bodyPr anchor="ct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E1BCE18F-7F76-B015-517A-B218F96C3D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D4B1BEB0-0A50-8032-92AF-CE95330EA0A8}"/>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65677150-7CBF-C5C3-D369-2021EB4B3F0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2118474848"/>
      </p:ext>
    </p:extLst>
  </p:cSld>
  <p:clrMapOvr>
    <a:overrideClrMapping bg1="lt1" tx1="dk1" bg2="lt2" tx2="dk2" accent1="accent1" accent2="accent2" accent3="accent3" accent4="accent4" accent5="accent5" accent6="accent6" hlink="hlink" folHlink="folHlink"/>
  </p:clrMapOvr>
</p:sldLayout>
</file>

<file path=ppt/slideLayouts/slideLayout_80000019_2B0A7DD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E7B2878-E57A-BF28-CA0B-25C595B6B23B}"/>
              </a:ext>
            </a:extLst>
          </p:cNvPr>
          <p:cNvGrpSpPr/>
          <p:nvPr/>
        </p:nvGrpSpPr>
        <p:grpSpPr>
          <a:xfrm>
            <a:off x="858371" y="971570"/>
            <a:ext cx="4956175" cy="4914861"/>
            <a:chOff x="521208" y="647905"/>
            <a:chExt cx="11365969" cy="5565740"/>
          </a:xfrm>
        </p:grpSpPr>
        <p:sp>
          <p:nvSpPr>
            <p:cNvPr id="7" name="Shape">
              <a:extLst>
                <a:ext uri="{FF2B5EF4-FFF2-40B4-BE49-F238E27FC236}">
                  <a16:creationId xmlns:a16="http://schemas.microsoft.com/office/drawing/2014/main" id="{F08FFA22-A55A-8523-9665-963EF8BF5CEE}"/>
                </a:ext>
              </a:extLst>
            </p:cNvPr>
            <p:cNvSpPr/>
            <p:nvPr/>
          </p:nvSpPr>
          <p:spPr>
            <a:xfrm>
              <a:off x="725402" y="1009217"/>
              <a:ext cx="11161775" cy="5204428"/>
            </a:xfrm>
            <a:prstGeom prst="rect">
              <a:avLst/>
            </a:prstGeom>
            <a:solidFill>
              <a:schemeClr val="accent4"/>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a:extLst>
                <a:ext uri="{FF2B5EF4-FFF2-40B4-BE49-F238E27FC236}">
                  <a16:creationId xmlns:a16="http://schemas.microsoft.com/office/drawing/2014/main" id="{249E8B92-9DA1-2B88-C923-D1B15EB00E1E}"/>
                </a:ext>
              </a:extLst>
            </p:cNvPr>
            <p:cNvSpPr/>
            <p:nvPr/>
          </p:nvSpPr>
          <p:spPr>
            <a:xfrm>
              <a:off x="521208" y="647905"/>
              <a:ext cx="11047664" cy="5370983"/>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11" name="Title 10">
            <a:extLst>
              <a:ext uri="{FF2B5EF4-FFF2-40B4-BE49-F238E27FC236}">
                <a16:creationId xmlns:a16="http://schemas.microsoft.com/office/drawing/2014/main" id="{B7E33A4B-2075-9CF4-BC69-F5E43B10A54B}"/>
              </a:ext>
            </a:extLst>
          </p:cNvPr>
          <p:cNvSpPr>
            <a:spLocks noGrp="1"/>
          </p:cNvSpPr>
          <p:nvPr>
            <p:ph type="title"/>
          </p:nvPr>
        </p:nvSpPr>
        <p:spPr>
          <a:xfrm>
            <a:off x="1307592" y="1478826"/>
            <a:ext cx="3846237" cy="3744148"/>
          </a:xfrm>
        </p:spPr>
        <p:txBody>
          <a:bodyPr anchor="ct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623177" y="1727014"/>
            <a:ext cx="4956175" cy="346121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CD96A57-F4BE-9BFE-192B-8B6BE3EB5045}"/>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112D03E-A50A-19D0-5987-28EA74509B0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6" name="Slide Number Placeholder 5">
            <a:extLst>
              <a:ext uri="{FF2B5EF4-FFF2-40B4-BE49-F238E27FC236}">
                <a16:creationId xmlns:a16="http://schemas.microsoft.com/office/drawing/2014/main" id="{5919D5AA-125E-CB20-B949-8633A826DAD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722107858"/>
      </p:ext>
    </p:extLst>
  </p:cSld>
  <p:clrMapOvr>
    <a:masterClrMapping/>
  </p:clrMapOvr>
</p:sldLayout>
</file>

<file path=ppt/slideLayouts/slideLayout_80000020_ED9F53BD.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2478"/>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a:prstGeom prst="rect">
            <a:avLst/>
          </a:prstGeom>
        </p:spPr>
        <p:txBody>
          <a:bodyPr/>
          <a:lstStyle/>
          <a:p>
            <a:fld id="{AEAA3239-9EA4-4A65-A281-97F994456D9F}" type="slidenum">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11A678A9-441B-21DA-8AA8-66BD33D80407}"/>
              </a:ext>
            </a:extLst>
          </p:cNvPr>
          <p:cNvCxnSpPr>
            <a:cxnSpLocks/>
          </p:cNvCxnSpPr>
          <p:nvPr/>
        </p:nvCxnSpPr>
        <p:spPr>
          <a:xfrm>
            <a:off x="80821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6641853"/>
      </p:ext>
    </p:extLst>
  </p:cSld>
  <p:clrMapOvr>
    <a:masterClrMapping/>
  </p:clrMapOvr>
</p:sldLayout>
</file>

<file path=ppt/slideLayouts/slideLayout_80000021_B5D0ECC9.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99533"/>
            <a:ext cx="4477512" cy="1328932"/>
          </a:xfrm>
        </p:spPr>
        <p:txBody>
          <a:bodyPr anchor="b">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
            </a:fld>
            <a:endParaRPr lang="en-US"/>
          </a:p>
        </p:txBody>
      </p:sp>
      <p:cxnSp>
        <p:nvCxnSpPr>
          <p:cNvPr id="3" name="Straight Connector 2">
            <a:extLst>
              <a:ext uri="{FF2B5EF4-FFF2-40B4-BE49-F238E27FC236}">
                <a16:creationId xmlns:a16="http://schemas.microsoft.com/office/drawing/2014/main" id="{A54EE92A-D40E-A2FF-476E-83554812296F}"/>
              </a:ext>
            </a:extLst>
          </p:cNvPr>
          <p:cNvCxnSpPr>
            <a:cxnSpLocks/>
          </p:cNvCxnSpPr>
          <p:nvPr/>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3D94575-E64C-2C45-ED82-56D9EFD2AB39}"/>
              </a:ext>
            </a:extLst>
          </p:cNvPr>
          <p:cNvCxnSpPr>
            <a:cxnSpLocks/>
          </p:cNvCxnSpPr>
          <p:nvPr userDrawn="1"/>
        </p:nvCxnSpPr>
        <p:spPr>
          <a:xfrm>
            <a:off x="650287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0368201"/>
      </p:ext>
    </p:extLst>
  </p:cSld>
  <p:clrMapOvr>
    <a:masterClrMapping/>
  </p:clrMapOvr>
</p:sldLayout>
</file>

<file path=ppt/slideLayouts/slideLayout_80000022_67CE764C.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538716"/>
            <a:ext cx="4494189" cy="1288169"/>
          </a:xfrm>
        </p:spPr>
        <p:txBody>
          <a:bodyPr anchor="b">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a:prstGeom prst="rect">
            <a:avLst/>
          </a:prstGeo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a:prstGeom prst="rect">
            <a:avLst/>
          </a:prstGeom>
        </p:spPr>
        <p:txBody>
          <a:bodyPr/>
          <a:lstStyle>
            <a:lvl1pPr>
              <a:defRPr>
                <a:solidFill>
                  <a:schemeClr val="tx1"/>
                </a:solidFill>
                <a:effectLst/>
              </a:defRPr>
            </a:lvl1pPr>
          </a:lstStyle>
          <a:p>
            <a:fld id="{AEAA3239-9EA4-4A65-A281-97F994456D9F}" type="slidenum">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1FAD69B9-5A14-83A8-41F7-86017A14E034}"/>
              </a:ext>
            </a:extLst>
          </p:cNvPr>
          <p:cNvCxnSpPr>
            <a:cxnSpLocks/>
          </p:cNvCxnSpPr>
          <p:nvPr/>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3C24A26F-E6FC-DE28-35E6-D03BF996DC47}"/>
              </a:ext>
            </a:extLst>
          </p:cNvPr>
          <p:cNvCxnSpPr>
            <a:cxnSpLocks/>
          </p:cNvCxnSpPr>
          <p:nvPr userDrawn="1"/>
        </p:nvCxnSpPr>
        <p:spPr>
          <a:xfrm>
            <a:off x="5648295"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83948"/>
      </p:ext>
    </p:extLst>
  </p:cSld>
  <p:clrMapOvr>
    <a:masterClrMapping/>
  </p:clrMapOvr>
</p:sldLayout>
</file>

<file path=ppt/slideLayouts/slideLayout_80000023_9116019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00039"/>
            <a:ext cx="3363514" cy="1667226"/>
          </a:xfrm>
        </p:spPr>
        <p:txBody>
          <a:bodyPr anchor="b">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lang="en-US" dirty="0"/>
            </a:lvl1pPr>
          </a:lstStyle>
          <a:p>
            <a:r>
              <a:rPr lang="en-US"/>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315569"/>
            <a:ext cx="3363513"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212663" y="6343955"/>
            <a:ext cx="2012061"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a:prstGeom prst="rect">
            <a:avLst/>
          </a:prstGeom>
        </p:spPr>
        <p:txBody>
          <a:bodyPr/>
          <a:lstStyle/>
          <a:p>
            <a:fld id="{AEAA3239-9EA4-4A65-A281-97F994456D9F}" type="slidenum">
              <a:rPr lang="en-US" smtClean="0"/>
              <a:t/>
            </a:fld>
            <a:endParaRPr lang="en-US"/>
          </a:p>
        </p:txBody>
      </p:sp>
      <p:cxnSp>
        <p:nvCxnSpPr>
          <p:cNvPr id="3" name="Straight Connector 2">
            <a:extLst>
              <a:ext uri="{FF2B5EF4-FFF2-40B4-BE49-F238E27FC236}">
                <a16:creationId xmlns:a16="http://schemas.microsoft.com/office/drawing/2014/main" id="{3B3C7E6A-ACFC-5D7E-62EC-7EDD357DED5D}"/>
              </a:ext>
            </a:extLst>
          </p:cNvPr>
          <p:cNvCxnSpPr>
            <a:cxnSpLocks/>
          </p:cNvCxnSpPr>
          <p:nvPr/>
        </p:nvCxnSpPr>
        <p:spPr>
          <a:xfrm>
            <a:off x="7600186"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4138518"/>
      </p:ext>
    </p:extLst>
  </p:cSld>
  <p:clrMapOvr>
    <a:masterClrMapping/>
  </p:clrMapOvr>
</p:sldLayout>
</file>

<file path=ppt/slideLayouts/slideLayout_80000024_66DD571.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500039"/>
            <a:ext cx="3363514" cy="1667226"/>
          </a:xfrm>
        </p:spPr>
        <p:txBody>
          <a:bodyPr anchor="b">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4" y="2315569"/>
            <a:ext cx="3363513"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a:prstGeom prst="rect">
            <a:avLst/>
          </a:prstGeo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a:prstGeom prst="rect">
            <a:avLst/>
          </a:prstGeom>
        </p:spPr>
        <p:txBody>
          <a:bodyPr/>
          <a:lstStyle/>
          <a:p>
            <a:fld id="{AEAA3239-9EA4-4A65-A281-97F994456D9F}" type="slidenum">
              <a:rPr lang="en-US" smtClean="0"/>
              <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607856" y="0"/>
            <a:ext cx="7584144" cy="6858000"/>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F2A89F80-5D6A-4ABF-AB9F-E9B855484CF2}"/>
              </a:ext>
            </a:extLst>
          </p:cNvPr>
          <p:cNvCxnSpPr>
            <a:cxnSpLocks/>
          </p:cNvCxnSpPr>
          <p:nvPr/>
        </p:nvCxnSpPr>
        <p:spPr>
          <a:xfrm>
            <a:off x="4597223"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861361"/>
      </p:ext>
    </p:extLst>
  </p:cSld>
  <p:clrMapOvr>
    <a:masterClrMapping/>
  </p:clrMapOvr>
</p:sldLayout>
</file>

<file path=ppt/slideLayouts/slideLayout_80000025_F26EC6B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90511"/>
            <a:ext cx="2699254" cy="1858941"/>
          </a:xfrm>
        </p:spPr>
        <p:txBody>
          <a:bodyPr anchor="b"/>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
            </a:fld>
            <a:endParaRPr lang="en-US"/>
          </a:p>
        </p:txBody>
      </p:sp>
      <p:cxnSp>
        <p:nvCxnSpPr>
          <p:cNvPr id="3" name="Straight Connector 2">
            <a:extLst>
              <a:ext uri="{FF2B5EF4-FFF2-40B4-BE49-F238E27FC236}">
                <a16:creationId xmlns:a16="http://schemas.microsoft.com/office/drawing/2014/main" id="{EC6861E3-1150-D516-3BEE-655B15B4B936}"/>
              </a:ext>
            </a:extLst>
          </p:cNvPr>
          <p:cNvCxnSpPr>
            <a:cxnSpLocks/>
          </p:cNvCxnSpPr>
          <p:nvPr/>
        </p:nvCxnSpPr>
        <p:spPr>
          <a:xfrm>
            <a:off x="8340807"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7346104"/>
      </p:ext>
    </p:extLst>
  </p:cSld>
  <p:clrMapOvr>
    <a:masterClrMapping/>
  </p:clrMapOvr>
</p:sldLayout>
</file>

<file path=ppt/slideLayouts/slideLayout_80000026_95A024CB.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90511"/>
            <a:ext cx="2699254" cy="1858941"/>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a:prstGeom prst="rect">
            <a:avLst/>
          </a:prstGeom>
        </p:spPr>
        <p:txBody>
          <a:bodyPr/>
          <a:lstStyle>
            <a:lvl1pPr>
              <a:defRPr>
                <a:solidFill>
                  <a:schemeClr val="tx1"/>
                </a:solidFill>
                <a:effectLst/>
              </a:defRPr>
            </a:lvl1p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a:prstGeom prst="rect">
            <a:avLst/>
          </a:prstGeom>
        </p:spPr>
        <p:txBody>
          <a:bodyPr/>
          <a:lstStyle/>
          <a:p>
            <a:fld id="{AEAA3239-9EA4-4A65-A281-97F994456D9F}" type="slidenum">
              <a:rPr lang="en-US" smtClean="0"/>
              <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lang="en-US" dirty="0"/>
            </a:lvl1pPr>
          </a:lstStyle>
          <a:p>
            <a:r>
              <a:rPr lang="en-US"/>
              <a:t> </a:t>
            </a:r>
          </a:p>
        </p:txBody>
      </p:sp>
      <p:cxnSp>
        <p:nvCxnSpPr>
          <p:cNvPr id="3" name="Straight Connector 2">
            <a:extLst>
              <a:ext uri="{FF2B5EF4-FFF2-40B4-BE49-F238E27FC236}">
                <a16:creationId xmlns:a16="http://schemas.microsoft.com/office/drawing/2014/main" id="{94B94044-CD6D-BA64-4DAF-CF4588CD625D}"/>
              </a:ext>
            </a:extLst>
          </p:cNvPr>
          <p:cNvCxnSpPr>
            <a:cxnSpLocks/>
          </p:cNvCxnSpPr>
          <p:nvPr/>
        </p:nvCxnSpPr>
        <p:spPr>
          <a:xfrm>
            <a:off x="3855044" y="0"/>
            <a:ext cx="0" cy="6858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0300363"/>
      </p:ext>
    </p:extLst>
  </p:cSld>
  <p:clrMapOvr>
    <a:masterClrMapping/>
  </p:clrMapOvr>
</p:sldLayout>
</file>

<file path=ppt/slideLayouts/slideLayout_80000027_BB3DBBEC.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457610"/>
            <a:ext cx="4019522" cy="1617925"/>
          </a:xfrm>
        </p:spPr>
        <p:txBody>
          <a:bodyPr anchor="t">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1422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10" y="4457611"/>
            <a:ext cx="6426391" cy="161792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9620E07E-3D6A-C86E-678B-DE98A157F07A}"/>
              </a:ext>
            </a:extLst>
          </p:cNvPr>
          <p:cNvCxnSpPr>
            <a:cxnSpLocks/>
          </p:cNvCxnSpPr>
          <p:nvPr/>
        </p:nvCxnSpPr>
        <p:spPr>
          <a:xfrm>
            <a:off x="0" y="414223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08AF9810-922B-05C3-1FAC-78185AB607C8}"/>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323AD7B9-A665-0D5C-1732-A369FD093C99}"/>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087B8D0A-511A-808A-9972-2B279CED552D}"/>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3141385196"/>
      </p:ext>
    </p:extLst>
  </p:cSld>
  <p:clrMapOvr>
    <a:masterClrMapping/>
  </p:clrMapOvr>
</p:sldLayout>
</file>

<file path=ppt/slideLayouts/slideLayout_80000028_9853D1E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80757"/>
            <a:ext cx="3044954" cy="2245126"/>
          </a:xfrm>
        </p:spPr>
        <p:txBody>
          <a:bodyPr anchor="t">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a:blip r:embed="rId2">
              <a:alphaModFix amt="85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460029" cy="244384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B58B5EBB-F005-1B2B-24BF-B4DBB49FF96A}"/>
              </a:ext>
            </a:extLst>
          </p:cNvPr>
          <p:cNvCxnSpPr>
            <a:cxnSpLocks/>
          </p:cNvCxnSpPr>
          <p:nvPr/>
        </p:nvCxnSpPr>
        <p:spPr>
          <a:xfrm>
            <a:off x="0" y="3453964"/>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ooter Placeholder 4">
            <a:extLst>
              <a:ext uri="{FF2B5EF4-FFF2-40B4-BE49-F238E27FC236}">
                <a16:creationId xmlns:a16="http://schemas.microsoft.com/office/drawing/2014/main" id="{4EE91E5E-1D54-4277-467D-BF89B7943D9A}"/>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4" name="Date Placeholder 3">
            <a:extLst>
              <a:ext uri="{FF2B5EF4-FFF2-40B4-BE49-F238E27FC236}">
                <a16:creationId xmlns:a16="http://schemas.microsoft.com/office/drawing/2014/main" id="{5C57E62A-1224-89D2-C4D8-65D8B0271FF5}"/>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BB0821DC-7B6A-0BDA-7ED9-271E04FA2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2555630057"/>
      </p:ext>
    </p:extLst>
  </p:cSld>
  <p:clrMapOvr>
    <a:masterClrMapping/>
  </p:clrMapOvr>
</p:sldLayout>
</file>

<file path=ppt/slideLayouts/slideLayout_80000029_9F006C23.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a:prstGeom prst="rect">
            <a:avLst/>
          </a:prstGeom>
        </p:spPr>
        <p:txBody>
          <a:bodyPr/>
          <a:lstStyle/>
          <a:p>
            <a:fld id="{AEAA3239-9EA4-4A65-A281-97F994456D9F}" type="slidenum">
              <a:rPr lang="en-US" smtClean="0"/>
              <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85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cxnSp>
        <p:nvCxnSpPr>
          <p:cNvPr id="3" name="Straight Connector 2">
            <a:extLst>
              <a:ext uri="{FF2B5EF4-FFF2-40B4-BE49-F238E27FC236}">
                <a16:creationId xmlns:a16="http://schemas.microsoft.com/office/drawing/2014/main" id="{EB6FCCB7-3844-DE9F-A18B-F5FFF900264C}"/>
              </a:ext>
            </a:extLst>
          </p:cNvPr>
          <p:cNvCxnSpPr>
            <a:cxnSpLocks/>
          </p:cNvCxnSpPr>
          <p:nvPr/>
        </p:nvCxnSpPr>
        <p:spPr>
          <a:xfrm>
            <a:off x="-1" y="3625891"/>
            <a:ext cx="121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7605027"/>
      </p:ext>
    </p:extLst>
  </p:cSld>
  <p:clrMapOvr>
    <a:masterClrMapping/>
  </p:clrMapOvr>
</p:sldLayout>
</file>

<file path=ppt/slideLayouts/slideLayout_80000030_656DED7A.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accent4"/>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10" name="Title 9">
            <a:extLst>
              <a:ext uri="{FF2B5EF4-FFF2-40B4-BE49-F238E27FC236}">
                <a16:creationId xmlns:a16="http://schemas.microsoft.com/office/drawing/2014/main" id="{CFF24796-27C6-1A14-59BA-1D20CAD01649}"/>
              </a:ext>
            </a:extLst>
          </p:cNvPr>
          <p:cNvSpPr>
            <a:spLocks noGrp="1"/>
          </p:cNvSpPr>
          <p:nvPr>
            <p:ph type="title"/>
          </p:nvPr>
        </p:nvSpPr>
        <p:spPr>
          <a:xfrm>
            <a:off x="1042666" y="4411825"/>
            <a:ext cx="8385556" cy="1500447"/>
          </a:xfrm>
        </p:spPr>
        <p:txBody>
          <a:bodyPr>
            <a:normAutofit/>
          </a:bodyPr>
          <a:lstStyle>
            <a:lvl1pPr>
              <a:lnSpc>
                <a:spcPct val="120000"/>
              </a:lnSpc>
              <a:spcBef>
                <a:spcPts val="1000"/>
              </a:spcBef>
              <a:defRPr sz="2400" cap="all" baseline="0">
                <a:latin typeface="+mn-lt"/>
              </a:defRPr>
            </a:lvl1pPr>
          </a:lstStyle>
          <a:p>
            <a:r>
              <a:rPr lang="en-US"/>
              <a:t>Click to edit Master title style</a:t>
            </a:r>
          </a:p>
        </p:txBody>
      </p:sp>
      <p:sp>
        <p:nvSpPr>
          <p:cNvPr id="6" name="Content Placeholder 5">
            <a:extLst>
              <a:ext uri="{FF2B5EF4-FFF2-40B4-BE49-F238E27FC236}">
                <a16:creationId xmlns:a16="http://schemas.microsoft.com/office/drawing/2014/main" id="{339E7A66-804B-6952-8FF1-16C74E3D536B}"/>
              </a:ext>
            </a:extLst>
          </p:cNvPr>
          <p:cNvSpPr>
            <a:spLocks noGrp="1"/>
          </p:cNvSpPr>
          <p:nvPr>
            <p:ph sz="quarter" idx="10" hasCustomPrompt="1"/>
          </p:nvPr>
        </p:nvSpPr>
        <p:spPr>
          <a:xfrm>
            <a:off x="1042666" y="731564"/>
            <a:ext cx="9918700" cy="3680261"/>
          </a:xfrm>
        </p:spPr>
        <p:txBody>
          <a:bodyPr anchor="b">
            <a:noAutofit/>
          </a:bodyPr>
          <a:lstStyle>
            <a:lvl1pPr marL="0" indent="0">
              <a:lnSpc>
                <a:spcPct val="90000"/>
              </a:lnSpc>
              <a:buNone/>
              <a:defRPr sz="23200">
                <a:latin typeface="+mj-lt"/>
              </a:defRPr>
            </a:lvl1pPr>
          </a:lstStyle>
          <a:p>
            <a:pPr lvl="0"/>
            <a:r>
              <a:rPr lang="en-US"/>
              <a:t>##%</a:t>
            </a:r>
          </a:p>
        </p:txBody>
      </p:sp>
      <p:sp>
        <p:nvSpPr>
          <p:cNvPr id="8" name="Footer Placeholder 4">
            <a:extLst>
              <a:ext uri="{FF2B5EF4-FFF2-40B4-BE49-F238E27FC236}">
                <a16:creationId xmlns:a16="http://schemas.microsoft.com/office/drawing/2014/main" id="{48B0C2F5-833E-589B-382A-13B46D9A4B26}"/>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FB498214-05A5-D7BC-183C-F46B38033726}"/>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21D5C440-7C25-FCBF-0AFD-9A43D18655E3}"/>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170170303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1_2C8E8832.xml><?xml version="1.0" encoding="utf-8"?>
<p:sldLayout xmlns:a="http://schemas.openxmlformats.org/drawingml/2006/main" xmlns:r="http://schemas.openxmlformats.org/officeDocument/2006/relationships" xmlns:p="http://schemas.openxmlformats.org/presentationml/2006/main" preserve="1" userDrawn="1">
  <p:cSld name="Number Large 3">
    <p:bg>
      <p:bgPr>
        <a:solidFill>
          <a:schemeClr val="accent3"/>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180E54B-9B48-0C0F-0610-C04073FB653D}"/>
              </a:ext>
            </a:extLst>
          </p:cNvPr>
          <p:cNvGrpSpPr/>
          <p:nvPr/>
        </p:nvGrpSpPr>
        <p:grpSpPr>
          <a:xfrm>
            <a:off x="452064" y="492893"/>
            <a:ext cx="11287872" cy="5876422"/>
            <a:chOff x="521208" y="647905"/>
            <a:chExt cx="11365969" cy="5565740"/>
          </a:xfrm>
        </p:grpSpPr>
        <p:sp>
          <p:nvSpPr>
            <p:cNvPr id="13" name="Shape">
              <a:extLst>
                <a:ext uri="{FF2B5EF4-FFF2-40B4-BE49-F238E27FC236}">
                  <a16:creationId xmlns:a16="http://schemas.microsoft.com/office/drawing/2014/main" id="{6C86CAED-F5F2-5E4A-1988-46AA4868C1FA}"/>
                </a:ext>
              </a:extLst>
            </p:cNvPr>
            <p:cNvSpPr/>
            <p:nvPr/>
          </p:nvSpPr>
          <p:spPr>
            <a:xfrm>
              <a:off x="725402" y="1009217"/>
              <a:ext cx="11161775" cy="5204428"/>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62AE8BDC-EA76-AF91-E344-4442668F1ED3}"/>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6" name="Title 9">
            <a:extLst>
              <a:ext uri="{FF2B5EF4-FFF2-40B4-BE49-F238E27FC236}">
                <a16:creationId xmlns:a16="http://schemas.microsoft.com/office/drawing/2014/main" id="{966F0FDE-BE83-A597-B207-9E1836880992}"/>
              </a:ext>
            </a:extLst>
          </p:cNvPr>
          <p:cNvSpPr>
            <a:spLocks noGrp="1"/>
          </p:cNvSpPr>
          <p:nvPr>
            <p:ph type="title"/>
          </p:nvPr>
        </p:nvSpPr>
        <p:spPr>
          <a:xfrm>
            <a:off x="1806646" y="4411825"/>
            <a:ext cx="8385556" cy="1500447"/>
          </a:xfrm>
        </p:spPr>
        <p:txBody>
          <a:bodyPr>
            <a:normAutofit/>
          </a:bodyPr>
          <a:lstStyle>
            <a:lvl1pPr algn="ctr">
              <a:lnSpc>
                <a:spcPct val="120000"/>
              </a:lnSpc>
              <a:spcBef>
                <a:spcPts val="1000"/>
              </a:spcBef>
              <a:defRPr sz="2400" cap="all" baseline="0">
                <a:latin typeface="+mn-lt"/>
              </a:defRPr>
            </a:lvl1pPr>
          </a:lstStyle>
          <a:p>
            <a:r>
              <a:rPr lang="en-US"/>
              <a:t>Click to edit Master title style</a:t>
            </a:r>
          </a:p>
        </p:txBody>
      </p:sp>
      <p:sp>
        <p:nvSpPr>
          <p:cNvPr id="5" name="Content Placeholder 5">
            <a:extLst>
              <a:ext uri="{FF2B5EF4-FFF2-40B4-BE49-F238E27FC236}">
                <a16:creationId xmlns:a16="http://schemas.microsoft.com/office/drawing/2014/main" id="{AECA9D19-419F-EF79-9149-F59A94F89DF0}"/>
              </a:ext>
            </a:extLst>
          </p:cNvPr>
          <p:cNvSpPr>
            <a:spLocks noGrp="1"/>
          </p:cNvSpPr>
          <p:nvPr>
            <p:ph sz="quarter" idx="10" hasCustomPrompt="1"/>
          </p:nvPr>
        </p:nvSpPr>
        <p:spPr>
          <a:xfrm>
            <a:off x="708096" y="731564"/>
            <a:ext cx="10582656" cy="3680261"/>
          </a:xfrm>
        </p:spPr>
        <p:txBody>
          <a:bodyPr anchor="b">
            <a:noAutofit/>
          </a:bodyPr>
          <a:lstStyle>
            <a:lvl1pPr marL="0" indent="0" algn="ctr">
              <a:lnSpc>
                <a:spcPct val="90000"/>
              </a:lnSpc>
              <a:buNone/>
              <a:defRPr sz="23200">
                <a:latin typeface="+mj-lt"/>
              </a:defRPr>
            </a:lvl1pPr>
          </a:lstStyle>
          <a:p>
            <a:pPr lvl="0"/>
            <a:r>
              <a:rPr lang="en-US"/>
              <a:t>##%</a:t>
            </a:r>
          </a:p>
        </p:txBody>
      </p:sp>
      <p:sp>
        <p:nvSpPr>
          <p:cNvPr id="8" name="Footer Placeholder 4">
            <a:extLst>
              <a:ext uri="{FF2B5EF4-FFF2-40B4-BE49-F238E27FC236}">
                <a16:creationId xmlns:a16="http://schemas.microsoft.com/office/drawing/2014/main" id="{F573A4C0-0776-77C6-66AA-8AB5D53B5E64}"/>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7" name="Date Placeholder 3">
            <a:extLst>
              <a:ext uri="{FF2B5EF4-FFF2-40B4-BE49-F238E27FC236}">
                <a16:creationId xmlns:a16="http://schemas.microsoft.com/office/drawing/2014/main" id="{22B00FB5-92F5-2777-E446-7B3B689332FF}"/>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9" name="Slide Number Placeholder 5">
            <a:extLst>
              <a:ext uri="{FF2B5EF4-FFF2-40B4-BE49-F238E27FC236}">
                <a16:creationId xmlns:a16="http://schemas.microsoft.com/office/drawing/2014/main" id="{0F52380C-3432-CA29-4761-532477B722E2}"/>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74753848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2_F0D7A908.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3"/>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A53F8570-6B05-5072-2FE4-39B21A8F9EA3}"/>
              </a:ext>
            </a:extLst>
          </p:cNvPr>
          <p:cNvSpPr/>
          <p:nvPr/>
        </p:nvSpPr>
        <p:spPr>
          <a:xfrm>
            <a:off x="1062566" y="1161412"/>
            <a:ext cx="10221119"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08F171EE-5BF3-25A4-19B0-5E5E7959125A}"/>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9927" y="1322671"/>
            <a:ext cx="9298005" cy="3907858"/>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7CE3EBB0-2A3C-612E-DC6C-0AE876654FED}"/>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9" name="Date Placeholder 3">
            <a:extLst>
              <a:ext uri="{FF2B5EF4-FFF2-40B4-BE49-F238E27FC236}">
                <a16:creationId xmlns:a16="http://schemas.microsoft.com/office/drawing/2014/main" id="{075E6F7F-E895-1277-02D6-F925FA6D27A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1" name="Slide Number Placeholder 5">
            <a:extLst>
              <a:ext uri="{FF2B5EF4-FFF2-40B4-BE49-F238E27FC236}">
                <a16:creationId xmlns:a16="http://schemas.microsoft.com/office/drawing/2014/main" id="{39676103-43BF-3489-0BCB-B1D89DE77C04}"/>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4040665352"/>
      </p:ext>
    </p:extLst>
  </p:cSld>
  <p:clrMapOvr>
    <a:overrideClrMapping bg1="lt1" tx1="dk1" bg2="lt2" tx2="dk2" accent1="accent1" accent2="accent2" accent3="accent3" accent4="accent4" accent5="accent5" accent6="accent6" hlink="hlink" folHlink="folHlink"/>
  </p:clrMapOvr>
</p:sldLayout>
</file>

<file path=ppt/slideLayouts/slideLayout_80000033_91826197.xml><?xml version="1.0" encoding="utf-8"?>
<p:sldLayout xmlns:a="http://schemas.openxmlformats.org/drawingml/2006/main" xmlns:r="http://schemas.openxmlformats.org/officeDocument/2006/relationships" xmlns:p="http://schemas.openxmlformats.org/presentationml/2006/main" preserve="1" userDrawn="1">
  <p:cSld name="Statement 2">
    <p:bg>
      <p:bgPr>
        <a:solidFill>
          <a:schemeClr val="accent2"/>
        </a:solidFill>
        <a:effectLst/>
      </p:bgPr>
    </p:bg>
    <p:spTree>
      <p:nvGrpSpPr>
        <p:cNvPr id="1" name=""/>
        <p:cNvGrpSpPr/>
        <p:nvPr/>
      </p:nvGrpSpPr>
      <p:grpSpPr>
        <a:xfrm>
          <a:off x="0" y="0"/>
          <a:ext cx="0" cy="0"/>
          <a:chOff x="0" y="0"/>
          <a:chExt cx="0" cy="0"/>
        </a:xfrm>
      </p:grpSpPr>
      <p:sp>
        <p:nvSpPr>
          <p:cNvPr id="6" name="Shape 2">
            <a:extLst>
              <a:ext uri="{FF2B5EF4-FFF2-40B4-BE49-F238E27FC236}">
                <a16:creationId xmlns:a16="http://schemas.microsoft.com/office/drawing/2014/main" id="{67509756-1709-4FB3-87C9-65E52F8A642D}"/>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8" name="Shape 1">
            <a:extLst>
              <a:ext uri="{FF2B5EF4-FFF2-40B4-BE49-F238E27FC236}">
                <a16:creationId xmlns:a16="http://schemas.microsoft.com/office/drawing/2014/main" id="{CF72170A-AA7E-9DE2-6ECB-19945A37EAD7}"/>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3C9F461-9F58-7EDE-FFF1-E8FCAD2E23AE}"/>
              </a:ext>
            </a:extLst>
          </p:cNvPr>
          <p:cNvSpPr>
            <a:spLocks noGrp="1"/>
          </p:cNvSpPr>
          <p:nvPr>
            <p:ph sz="quarter" idx="14" hasCustomPrompt="1"/>
          </p:nvPr>
        </p:nvSpPr>
        <p:spPr>
          <a:xfrm>
            <a:off x="1319927" y="1322104"/>
            <a:ext cx="9297987" cy="3908425"/>
          </a:xfrm>
        </p:spPr>
        <p:txBody>
          <a:bodyPr anchor="ctr">
            <a:noAutofit/>
          </a:bodyPr>
          <a:lstStyle>
            <a:lvl1pPr marL="0" indent="0">
              <a:lnSpc>
                <a:spcPct val="90000"/>
              </a:lnSpc>
              <a:buNone/>
              <a:defRPr sz="6000" b="1" cap="all" baseline="0"/>
            </a:lvl1pPr>
            <a:lvl2pPr marL="228600" indent="0">
              <a:lnSpc>
                <a:spcPct val="90000"/>
              </a:lnSpc>
              <a:buNone/>
              <a:defRPr sz="5400"/>
            </a:lvl2pPr>
            <a:lvl3pPr marL="457200" indent="0">
              <a:lnSpc>
                <a:spcPct val="90000"/>
              </a:lnSpc>
              <a:buNone/>
              <a:defRPr sz="4800"/>
            </a:lvl3pPr>
            <a:lvl4pPr marL="685800" indent="0">
              <a:lnSpc>
                <a:spcPct val="90000"/>
              </a:lnSpc>
              <a:buNone/>
              <a:defRPr sz="4400"/>
            </a:lvl4pPr>
            <a:lvl5pPr marL="914400" indent="0">
              <a:lnSpc>
                <a:spcPct val="90000"/>
              </a:lnSpc>
              <a:buNone/>
              <a:defRPr sz="400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B368E2D6-4C18-38E3-8152-995311472939}"/>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9CB827A9-A5DE-C188-2939-D60BED18436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4" name="Slide Number Placeholder 5">
            <a:extLst>
              <a:ext uri="{FF2B5EF4-FFF2-40B4-BE49-F238E27FC236}">
                <a16:creationId xmlns:a16="http://schemas.microsoft.com/office/drawing/2014/main" id="{2FEBF00D-1E46-AF2D-0D8E-2F38D533C171}"/>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2441240983"/>
      </p:ext>
    </p:extLst>
  </p:cSld>
  <p:clrMapOvr>
    <a:overrideClrMapping bg1="lt1" tx1="dk1" bg2="lt2" tx2="dk2" accent1="accent1" accent2="accent2" accent3="accent3" accent4="accent4" accent5="accent5" accent6="accent6" hlink="hlink" folHlink="folHlink"/>
  </p:clrMapOvr>
</p:sldLayout>
</file>

<file path=ppt/slideLayouts/slideLayout_80000034_AF4D78DE.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4"/>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C9F509C9-EBD3-FFB9-4531-BBE9EE870C9B}"/>
              </a:ext>
            </a:extLst>
          </p:cNvPr>
          <p:cNvGrpSpPr/>
          <p:nvPr/>
        </p:nvGrpSpPr>
        <p:grpSpPr>
          <a:xfrm>
            <a:off x="452064" y="492893"/>
            <a:ext cx="11287872" cy="5876422"/>
            <a:chOff x="521208" y="647905"/>
            <a:chExt cx="11365969" cy="5565740"/>
          </a:xfrm>
        </p:grpSpPr>
        <p:sp>
          <p:nvSpPr>
            <p:cNvPr id="11" name="Shape">
              <a:extLst>
                <a:ext uri="{FF2B5EF4-FFF2-40B4-BE49-F238E27FC236}">
                  <a16:creationId xmlns:a16="http://schemas.microsoft.com/office/drawing/2014/main" id="{F77DADAD-5C68-8B22-D7D6-9EFA4FCE9FBF}"/>
                </a:ext>
              </a:extLst>
            </p:cNvPr>
            <p:cNvSpPr/>
            <p:nvPr/>
          </p:nvSpPr>
          <p:spPr>
            <a:xfrm>
              <a:off x="725402" y="1009217"/>
              <a:ext cx="11161775" cy="5204428"/>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C84AEDAF-DA87-0FC6-A421-8548D43C9150}"/>
                </a:ext>
              </a:extLst>
            </p:cNvPr>
            <p:cNvSpPr/>
            <p:nvPr/>
          </p:nvSpPr>
          <p:spPr>
            <a:xfrm>
              <a:off x="521208" y="647905"/>
              <a:ext cx="11158238" cy="5370984"/>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9" name="Content Placeholder 6">
            <a:extLst>
              <a:ext uri="{FF2B5EF4-FFF2-40B4-BE49-F238E27FC236}">
                <a16:creationId xmlns:a16="http://schemas.microsoft.com/office/drawing/2014/main" id="{3F4551C1-F77D-5DEA-D4A6-E296C313BDBD}"/>
              </a:ext>
            </a:extLst>
          </p:cNvPr>
          <p:cNvSpPr>
            <a:spLocks noGrp="1"/>
          </p:cNvSpPr>
          <p:nvPr>
            <p:ph sz="quarter" idx="13" hasCustomPrompt="1"/>
          </p:nvPr>
        </p:nvSpPr>
        <p:spPr>
          <a:xfrm>
            <a:off x="811593" y="844209"/>
            <a:ext cx="10362510" cy="4968161"/>
          </a:xfrm>
        </p:spPr>
        <p:txBody>
          <a:bodyPr anchor="ctr">
            <a:noAutofit/>
          </a:bodyPr>
          <a:lstStyle>
            <a:lvl1pPr marL="0" indent="0" algn="ctr">
              <a:lnSpc>
                <a:spcPct val="90000"/>
              </a:lnSpc>
              <a:buNone/>
              <a:defRPr sz="6000" b="1" cap="all" baseline="0"/>
            </a:lvl1pPr>
            <a:lvl2pPr marL="228600" indent="0" algn="ctr">
              <a:lnSpc>
                <a:spcPct val="90000"/>
              </a:lnSpc>
              <a:buNone/>
              <a:defRPr sz="5400" b="1"/>
            </a:lvl2pPr>
            <a:lvl3pPr marL="457200" indent="0" algn="ctr">
              <a:lnSpc>
                <a:spcPct val="90000"/>
              </a:lnSpc>
              <a:buNone/>
              <a:defRPr sz="4800" b="1"/>
            </a:lvl3pPr>
            <a:lvl4pPr marL="685800" indent="0" algn="ctr">
              <a:lnSpc>
                <a:spcPct val="90000"/>
              </a:lnSpc>
              <a:buNone/>
              <a:defRPr sz="4400" b="1"/>
            </a:lvl4pPr>
            <a:lvl5pPr marL="914400" indent="0" algn="ctr">
              <a:lnSpc>
                <a:spcPct val="90000"/>
              </a:lnSpc>
              <a:buNone/>
              <a:defRPr sz="40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7" name="Footer Placeholder 4">
            <a:extLst>
              <a:ext uri="{FF2B5EF4-FFF2-40B4-BE49-F238E27FC236}">
                <a16:creationId xmlns:a16="http://schemas.microsoft.com/office/drawing/2014/main" id="{6C2AFDFC-279D-866C-97E4-0413DAD3750E}"/>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6" name="Date Placeholder 3">
            <a:extLst>
              <a:ext uri="{FF2B5EF4-FFF2-40B4-BE49-F238E27FC236}">
                <a16:creationId xmlns:a16="http://schemas.microsoft.com/office/drawing/2014/main" id="{D329DF21-7E57-6F8D-84A6-32DD2CDC6644}"/>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8" name="Slide Number Placeholder 5">
            <a:extLst>
              <a:ext uri="{FF2B5EF4-FFF2-40B4-BE49-F238E27FC236}">
                <a16:creationId xmlns:a16="http://schemas.microsoft.com/office/drawing/2014/main" id="{7F0DFF13-FAC1-37BC-2037-41048E69625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2941090014"/>
      </p:ext>
    </p:extLst>
  </p:cSld>
  <p:clrMapOvr>
    <a:masterClrMapping/>
  </p:clrMapOvr>
</p:sldLayout>
</file>

<file path=ppt/slideLayouts/slideLayout_80000035_3426A033.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tx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6" name="Title 7">
            <a:extLst>
              <a:ext uri="{FF2B5EF4-FFF2-40B4-BE49-F238E27FC236}">
                <a16:creationId xmlns:a16="http://schemas.microsoft.com/office/drawing/2014/main" id="{C8B71B71-DED1-B066-5130-1F2DE6145746}"/>
              </a:ext>
            </a:extLst>
          </p:cNvPr>
          <p:cNvSpPr>
            <a:spLocks noGrp="1"/>
          </p:cNvSpPr>
          <p:nvPr>
            <p:ph type="title" hasCustomPrompt="1"/>
          </p:nvPr>
        </p:nvSpPr>
        <p:spPr>
          <a:xfrm>
            <a:off x="1263157" y="4171150"/>
            <a:ext cx="9427773" cy="466344"/>
          </a:xfrm>
        </p:spPr>
        <p:txBody>
          <a:bodyPr anchor="ctr">
            <a:normAutofit/>
          </a:bodyPr>
          <a:lstStyle>
            <a:lvl1pPr algn="ctr">
              <a:lnSpc>
                <a:spcPct val="120000"/>
              </a:lnSpc>
              <a:defRPr sz="2200" b="1" cap="all" baseline="0">
                <a:latin typeface="+mn-lt"/>
              </a:defRPr>
            </a:lvl1pPr>
          </a:lstStyle>
          <a:p>
            <a:r>
              <a:rPr lang="en-US"/>
              <a:t>Quote Author</a:t>
            </a:r>
          </a:p>
        </p:txBody>
      </p:sp>
      <p:sp>
        <p:nvSpPr>
          <p:cNvPr id="2" name="Content Placeholder 6">
            <a:extLst>
              <a:ext uri="{FF2B5EF4-FFF2-40B4-BE49-F238E27FC236}">
                <a16:creationId xmlns:a16="http://schemas.microsoft.com/office/drawing/2014/main" id="{764B92A2-9C11-A473-0B3F-CAAD66CB9FFC}"/>
              </a:ext>
            </a:extLst>
          </p:cNvPr>
          <p:cNvSpPr>
            <a:spLocks noGrp="1"/>
          </p:cNvSpPr>
          <p:nvPr>
            <p:ph sz="quarter" idx="10" hasCustomPrompt="1"/>
          </p:nvPr>
        </p:nvSpPr>
        <p:spPr>
          <a:xfrm>
            <a:off x="1050623" y="1475874"/>
            <a:ext cx="9852843" cy="2393479"/>
          </a:xfrm>
        </p:spPr>
        <p:txBody>
          <a:bodyPr anchor="b">
            <a:normAutofit/>
          </a:bodyPr>
          <a:lstStyle>
            <a:lvl1pPr marL="228600" indent="0" algn="ctr">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add Quote</a:t>
            </a:r>
          </a:p>
        </p:txBody>
      </p:sp>
      <p:sp>
        <p:nvSpPr>
          <p:cNvPr id="4" name="Footer Placeholder 4">
            <a:extLst>
              <a:ext uri="{FF2B5EF4-FFF2-40B4-BE49-F238E27FC236}">
                <a16:creationId xmlns:a16="http://schemas.microsoft.com/office/drawing/2014/main" id="{B47B8EDB-536A-003E-AE0A-AB072C6BD4F2}"/>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F59023AF-254C-8366-C5DA-6778C61166AB}"/>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5" name="Slide Number Placeholder 5">
            <a:extLst>
              <a:ext uri="{FF2B5EF4-FFF2-40B4-BE49-F238E27FC236}">
                <a16:creationId xmlns:a16="http://schemas.microsoft.com/office/drawing/2014/main" id="{BCDA5A3A-7694-A45B-B5A0-90DAAB4B23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8749466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6_4E79B5A0.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accent3"/>
        </a:solidFill>
        <a:effectLst/>
      </p:bgPr>
    </p:bg>
    <p:spTree>
      <p:nvGrpSpPr>
        <p:cNvPr id="1" name=""/>
        <p:cNvGrpSpPr/>
        <p:nvPr/>
      </p:nvGrpSpPr>
      <p:grpSpPr>
        <a:xfrm>
          <a:off x="0" y="0"/>
          <a:ext cx="0" cy="0"/>
          <a:chOff x="0" y="0"/>
          <a:chExt cx="0" cy="0"/>
        </a:xfrm>
      </p:grpSpPr>
      <p:sp>
        <p:nvSpPr>
          <p:cNvPr id="12" name="Shape">
            <a:extLst>
              <a:ext uri="{FF2B5EF4-FFF2-40B4-BE49-F238E27FC236}">
                <a16:creationId xmlns:a16="http://schemas.microsoft.com/office/drawing/2014/main" id="{2DE75237-C959-D427-59CB-754609076995}"/>
              </a:ext>
            </a:extLst>
          </p:cNvPr>
          <p:cNvSpPr/>
          <p:nvPr/>
        </p:nvSpPr>
        <p:spPr>
          <a:xfrm>
            <a:off x="680973" y="1199512"/>
            <a:ext cx="11058961" cy="483174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accent2">
                  <a:lumMod val="20000"/>
                  <a:lumOff val="80000"/>
                </a:schemeClr>
              </a:solidFill>
              <a:latin typeface="Karla"/>
              <a:ea typeface="Karla"/>
              <a:cs typeface="Karla"/>
              <a:sym typeface="Karla"/>
            </a:endParaRPr>
          </a:p>
        </p:txBody>
      </p:sp>
      <p:sp>
        <p:nvSpPr>
          <p:cNvPr id="13" name="Shape">
            <a:extLst>
              <a:ext uri="{FF2B5EF4-FFF2-40B4-BE49-F238E27FC236}">
                <a16:creationId xmlns:a16="http://schemas.microsoft.com/office/drawing/2014/main" id="{2E7456C8-E832-7DE1-2809-F37CD2039059}"/>
              </a:ext>
            </a:extLst>
          </p:cNvPr>
          <p:cNvSpPr/>
          <p:nvPr/>
        </p:nvSpPr>
        <p:spPr>
          <a:xfrm>
            <a:off x="452064" y="838200"/>
            <a:ext cx="11058961"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8" name="Title 7">
            <a:extLst>
              <a:ext uri="{FF2B5EF4-FFF2-40B4-BE49-F238E27FC236}">
                <a16:creationId xmlns:a16="http://schemas.microsoft.com/office/drawing/2014/main" id="{F1D793A1-BF22-DDD0-DBA9-DEFF700F008F}"/>
              </a:ext>
            </a:extLst>
          </p:cNvPr>
          <p:cNvSpPr>
            <a:spLocks noGrp="1"/>
          </p:cNvSpPr>
          <p:nvPr>
            <p:ph type="title" hasCustomPrompt="1"/>
          </p:nvPr>
        </p:nvSpPr>
        <p:spPr>
          <a:xfrm>
            <a:off x="800100" y="4935583"/>
            <a:ext cx="9427773" cy="466344"/>
          </a:xfrm>
        </p:spPr>
        <p:txBody>
          <a:bodyPr anchor="ctr">
            <a:normAutofit/>
          </a:bodyPr>
          <a:lstStyle>
            <a:lvl1pPr>
              <a:lnSpc>
                <a:spcPct val="120000"/>
              </a:lnSpc>
              <a:defRPr sz="2200" b="1" cap="all" baseline="0">
                <a:latin typeface="+mn-lt"/>
              </a:defRPr>
            </a:lvl1pPr>
          </a:lstStyle>
          <a:p>
            <a:r>
              <a:rPr lang="en-US"/>
              <a:t>Quote Author</a:t>
            </a:r>
          </a:p>
        </p:txBody>
      </p:sp>
      <p:sp>
        <p:nvSpPr>
          <p:cNvPr id="7" name="Content Placeholder 6">
            <a:extLst>
              <a:ext uri="{FF2B5EF4-FFF2-40B4-BE49-F238E27FC236}">
                <a16:creationId xmlns:a16="http://schemas.microsoft.com/office/drawing/2014/main" id="{3B302FB0-A6C5-BD5A-AF43-984A6C3F8682}"/>
              </a:ext>
            </a:extLst>
          </p:cNvPr>
          <p:cNvSpPr>
            <a:spLocks noGrp="1"/>
          </p:cNvSpPr>
          <p:nvPr>
            <p:ph sz="quarter" idx="10" hasCustomPrompt="1"/>
          </p:nvPr>
        </p:nvSpPr>
        <p:spPr>
          <a:xfrm>
            <a:off x="800100" y="1365758"/>
            <a:ext cx="9898063" cy="3308350"/>
          </a:xfrm>
        </p:spPr>
        <p:txBody>
          <a:bodyPr anchor="ctr">
            <a:normAutofit/>
          </a:bodyPr>
          <a:lstStyle>
            <a:lvl1pPr marL="228600" indent="0">
              <a:buNone/>
              <a:defRPr sz="40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add Quote</a:t>
            </a:r>
          </a:p>
        </p:txBody>
      </p:sp>
      <p:sp>
        <p:nvSpPr>
          <p:cNvPr id="3" name="Footer Placeholder 4">
            <a:extLst>
              <a:ext uri="{FF2B5EF4-FFF2-40B4-BE49-F238E27FC236}">
                <a16:creationId xmlns:a16="http://schemas.microsoft.com/office/drawing/2014/main" id="{90B46980-787B-28B2-BEF9-0889894EF45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CA696B03-9BC5-E21E-A5FD-103860D280DA}"/>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4" name="Slide Number Placeholder 5">
            <a:extLst>
              <a:ext uri="{FF2B5EF4-FFF2-40B4-BE49-F238E27FC236}">
                <a16:creationId xmlns:a16="http://schemas.microsoft.com/office/drawing/2014/main" id="{AB97DCEF-D6BB-4719-2240-3051D4DDEDEE}"/>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13165992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7_F9DE1A22.xml><?xml version="1.0" encoding="utf-8"?>
<p:sldLayout xmlns:a="http://schemas.openxmlformats.org/drawingml/2006/main" xmlns:r="http://schemas.openxmlformats.org/officeDocument/2006/relationships" xmlns:p="http://schemas.openxmlformats.org/presentationml/2006/main" preserve="1" userDrawn="1">
  <p:cSld name="Quote 3">
    <p:bg>
      <p:bgPr>
        <a:solidFill>
          <a:schemeClr val="accent2"/>
        </a:solidFill>
        <a:effectLst/>
      </p:bgPr>
    </p:bg>
    <p:spTree>
      <p:nvGrpSpPr>
        <p:cNvPr id="1" name=""/>
        <p:cNvGrpSpPr/>
        <p:nvPr/>
      </p:nvGrpSpPr>
      <p:grpSpPr>
        <a:xfrm>
          <a:off x="0" y="0"/>
          <a:ext cx="0" cy="0"/>
          <a:chOff x="0" y="0"/>
          <a:chExt cx="0" cy="0"/>
        </a:xfrm>
      </p:grpSpPr>
      <p:sp>
        <p:nvSpPr>
          <p:cNvPr id="8" name="Shape 2">
            <a:extLst>
              <a:ext uri="{FF2B5EF4-FFF2-40B4-BE49-F238E27FC236}">
                <a16:creationId xmlns:a16="http://schemas.microsoft.com/office/drawing/2014/main" id="{7FA2DADE-9D41-2081-4A77-1D5CE9B7776B}"/>
              </a:ext>
            </a:extLst>
          </p:cNvPr>
          <p:cNvSpPr/>
          <p:nvPr/>
        </p:nvSpPr>
        <p:spPr>
          <a:xfrm>
            <a:off x="1062566" y="1161412"/>
            <a:ext cx="10221119" cy="483174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9" name="Shape 1">
            <a:extLst>
              <a:ext uri="{FF2B5EF4-FFF2-40B4-BE49-F238E27FC236}">
                <a16:creationId xmlns:a16="http://schemas.microsoft.com/office/drawing/2014/main" id="{D138D331-ECD1-1788-A7CA-448A49C9F489}"/>
              </a:ext>
            </a:extLst>
          </p:cNvPr>
          <p:cNvSpPr/>
          <p:nvPr/>
        </p:nvSpPr>
        <p:spPr>
          <a:xfrm>
            <a:off x="858371" y="800100"/>
            <a:ext cx="10221119" cy="4953001"/>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b="0" i="0" u="none" strike="noStrike" cap="none" noProof="0">
              <a:solidFill>
                <a:schemeClr val="lt1"/>
              </a:solidFill>
              <a:latin typeface="Karla"/>
              <a:ea typeface="Karla"/>
              <a:cs typeface="Karla"/>
              <a:sym typeface="Karla"/>
            </a:endParaRPr>
          </a:p>
        </p:txBody>
      </p:sp>
      <p:sp>
        <p:nvSpPr>
          <p:cNvPr id="4" name="Title 7">
            <a:extLst>
              <a:ext uri="{FF2B5EF4-FFF2-40B4-BE49-F238E27FC236}">
                <a16:creationId xmlns:a16="http://schemas.microsoft.com/office/drawing/2014/main" id="{B18BA15F-A0BE-EFD1-7E68-4B1BD84BEB67}"/>
              </a:ext>
            </a:extLst>
          </p:cNvPr>
          <p:cNvSpPr>
            <a:spLocks noGrp="1"/>
          </p:cNvSpPr>
          <p:nvPr>
            <p:ph type="title" hasCustomPrompt="1"/>
          </p:nvPr>
        </p:nvSpPr>
        <p:spPr>
          <a:xfrm>
            <a:off x="1236585" y="4526280"/>
            <a:ext cx="9108208" cy="466344"/>
          </a:xfrm>
        </p:spPr>
        <p:txBody>
          <a:bodyPr anchor="ctr">
            <a:normAutofit/>
          </a:bodyPr>
          <a:lstStyle>
            <a:lvl1pPr>
              <a:lnSpc>
                <a:spcPct val="120000"/>
              </a:lnSpc>
              <a:defRPr sz="2200" b="1" cap="all" baseline="0">
                <a:latin typeface="+mn-lt"/>
              </a:defRPr>
            </a:lvl1pPr>
          </a:lstStyle>
          <a:p>
            <a:r>
              <a:rPr lang="en-US"/>
              <a:t>Quote Author</a:t>
            </a:r>
          </a:p>
        </p:txBody>
      </p:sp>
      <p:sp>
        <p:nvSpPr>
          <p:cNvPr id="3" name="Content Placeholder 6">
            <a:extLst>
              <a:ext uri="{FF2B5EF4-FFF2-40B4-BE49-F238E27FC236}">
                <a16:creationId xmlns:a16="http://schemas.microsoft.com/office/drawing/2014/main" id="{56074EC9-559B-FD63-2E36-6C0F1C29A954}"/>
              </a:ext>
            </a:extLst>
          </p:cNvPr>
          <p:cNvSpPr>
            <a:spLocks noGrp="1"/>
          </p:cNvSpPr>
          <p:nvPr>
            <p:ph sz="quarter" idx="10" hasCustomPrompt="1"/>
          </p:nvPr>
        </p:nvSpPr>
        <p:spPr>
          <a:xfrm>
            <a:off x="1236585" y="1527048"/>
            <a:ext cx="9108208" cy="2704206"/>
          </a:xfrm>
        </p:spPr>
        <p:txBody>
          <a:bodyPr anchor="t">
            <a:normAutofit/>
          </a:bodyPr>
          <a:lstStyle>
            <a:lvl1pPr marL="0" indent="0">
              <a:lnSpc>
                <a:spcPct val="100000"/>
              </a:lnSpc>
              <a:spcBef>
                <a:spcPts val="0"/>
              </a:spcBef>
              <a:buNone/>
              <a:defRPr sz="4400">
                <a:latin typeface="+mj-lt"/>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add Quote</a:t>
            </a:r>
          </a:p>
        </p:txBody>
      </p:sp>
      <p:sp>
        <p:nvSpPr>
          <p:cNvPr id="13" name="Footer Placeholder 4">
            <a:extLst>
              <a:ext uri="{FF2B5EF4-FFF2-40B4-BE49-F238E27FC236}">
                <a16:creationId xmlns:a16="http://schemas.microsoft.com/office/drawing/2014/main" id="{FB5B5DC6-7732-056F-CCE9-08CA0A2F5A7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12" name="Date Placeholder 3">
            <a:extLst>
              <a:ext uri="{FF2B5EF4-FFF2-40B4-BE49-F238E27FC236}">
                <a16:creationId xmlns:a16="http://schemas.microsoft.com/office/drawing/2014/main" id="{C30CB01E-671D-F7D5-38AC-15837FE387E1}"/>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6" name="Slide Number Placeholder 5">
            <a:extLst>
              <a:ext uri="{FF2B5EF4-FFF2-40B4-BE49-F238E27FC236}">
                <a16:creationId xmlns:a16="http://schemas.microsoft.com/office/drawing/2014/main" id="{1CEAD38F-C515-CF0A-DFEF-E4F3E918B03F}"/>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419208246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38_E0ADCE6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Shape">
            <a:extLst>
              <a:ext uri="{FF2B5EF4-FFF2-40B4-BE49-F238E27FC236}">
                <a16:creationId xmlns:a16="http://schemas.microsoft.com/office/drawing/2014/main" id="{8EAF9CAC-FFA2-BEF7-4631-1C54E575EDE5}"/>
              </a:ext>
            </a:extLst>
          </p:cNvPr>
          <p:cNvSpPr/>
          <p:nvPr/>
        </p:nvSpPr>
        <p:spPr>
          <a:xfrm>
            <a:off x="734919" y="2106081"/>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2" name="Shape">
            <a:extLst>
              <a:ext uri="{FF2B5EF4-FFF2-40B4-BE49-F238E27FC236}">
                <a16:creationId xmlns:a16="http://schemas.microsoft.com/office/drawing/2014/main" id="{37C03440-D61A-0EBF-6628-89058E855965}"/>
              </a:ext>
            </a:extLst>
          </p:cNvPr>
          <p:cNvSpPr/>
          <p:nvPr/>
        </p:nvSpPr>
        <p:spPr>
          <a:xfrm>
            <a:off x="6525104" y="2090064"/>
            <a:ext cx="5054248" cy="3987012"/>
          </a:xfrm>
          <a:prstGeom prst="rect">
            <a:avLst/>
          </a:prstGeom>
          <a:solidFill>
            <a:schemeClr val="accent2"/>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966704" cy="1132258"/>
          </a:xfrm>
        </p:spPr>
        <p:txBody>
          <a:bodyPr anchor="t"/>
          <a:lstStyle/>
          <a:p>
            <a:r>
              <a:rPr lang="en-US"/>
              <a:t>Click to edit Master title style</a:t>
            </a:r>
          </a:p>
        </p:txBody>
      </p:sp>
      <p:sp>
        <p:nvSpPr>
          <p:cNvPr id="11" name="Content Placeholder 6">
            <a:extLst>
              <a:ext uri="{FF2B5EF4-FFF2-40B4-BE49-F238E27FC236}">
                <a16:creationId xmlns:a16="http://schemas.microsoft.com/office/drawing/2014/main" id="{B0235ED5-6A34-E190-C6AF-47C4365CF4DA}"/>
              </a:ext>
            </a:extLst>
          </p:cNvPr>
          <p:cNvSpPr>
            <a:spLocks noGrp="1"/>
          </p:cNvSpPr>
          <p:nvPr>
            <p:ph sz="quarter" idx="17"/>
          </p:nvPr>
        </p:nvSpPr>
        <p:spPr>
          <a:xfrm>
            <a:off x="612647" y="1956816"/>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15924B5D-8BA0-6E97-9FCD-477345587304}"/>
              </a:ext>
            </a:extLst>
          </p:cNvPr>
          <p:cNvSpPr>
            <a:spLocks noGrp="1"/>
          </p:cNvSpPr>
          <p:nvPr>
            <p:ph sz="quarter" idx="16"/>
          </p:nvPr>
        </p:nvSpPr>
        <p:spPr>
          <a:xfrm>
            <a:off x="6402388" y="1941513"/>
            <a:ext cx="5049837" cy="3986212"/>
          </a:xfrm>
          <a:solidFill>
            <a:schemeClr val="bg1"/>
          </a:solidFill>
          <a:ln w="25400">
            <a:solidFill>
              <a:schemeClr val="dk1"/>
            </a:solidFill>
          </a:ln>
        </p:spPr>
        <p:txBody>
          <a:bodyPr lIns="365760" tIns="274320" rIns="365760"/>
          <a:lstStyle>
            <a:lvl1pPr marL="0" indent="0">
              <a:buNone/>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4">
            <a:extLst>
              <a:ext uri="{FF2B5EF4-FFF2-40B4-BE49-F238E27FC236}">
                <a16:creationId xmlns:a16="http://schemas.microsoft.com/office/drawing/2014/main" id="{39E9D210-740B-975E-F164-1DE3D1A898C0}"/>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3" name="Date Placeholder 3">
            <a:extLst>
              <a:ext uri="{FF2B5EF4-FFF2-40B4-BE49-F238E27FC236}">
                <a16:creationId xmlns:a16="http://schemas.microsoft.com/office/drawing/2014/main" id="{4378DF6A-F028-C688-AFFC-152D73F73A1C}"/>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EF58732C-80CB-B4FE-AB5F-DDFE3F83A3D7}"/>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3769486945"/>
      </p:ext>
    </p:extLst>
  </p:cSld>
  <p:clrMapOvr>
    <a:masterClrMapping/>
  </p:clrMapOvr>
</p:sldLayout>
</file>

<file path=ppt/slideLayouts/slideLayout_80000039_66B8234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87053FE2-64E0-3012-349A-A9A3630871D9}"/>
              </a:ext>
            </a:extLst>
          </p:cNvPr>
          <p:cNvSpPr/>
          <p:nvPr/>
        </p:nvSpPr>
        <p:spPr>
          <a:xfrm>
            <a:off x="734919"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1" name="Shape">
            <a:extLst>
              <a:ext uri="{FF2B5EF4-FFF2-40B4-BE49-F238E27FC236}">
                <a16:creationId xmlns:a16="http://schemas.microsoft.com/office/drawing/2014/main" id="{C46A75A9-A17B-098E-3A45-F6C555BE2639}"/>
              </a:ext>
            </a:extLst>
          </p:cNvPr>
          <p:cNvSpPr/>
          <p:nvPr/>
        </p:nvSpPr>
        <p:spPr>
          <a:xfrm>
            <a:off x="609964"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3" name="Shape">
            <a:extLst>
              <a:ext uri="{FF2B5EF4-FFF2-40B4-BE49-F238E27FC236}">
                <a16:creationId xmlns:a16="http://schemas.microsoft.com/office/drawing/2014/main" id="{09A08B6C-E5A4-86B0-F3FC-9D459A8BBBFE}"/>
              </a:ext>
            </a:extLst>
          </p:cNvPr>
          <p:cNvSpPr/>
          <p:nvPr/>
        </p:nvSpPr>
        <p:spPr>
          <a:xfrm>
            <a:off x="6527790" y="2106081"/>
            <a:ext cx="5054248" cy="3987012"/>
          </a:xfrm>
          <a:prstGeom prst="rect">
            <a:avLst/>
          </a:prstGeom>
          <a:solidFill>
            <a:schemeClr val="accent3"/>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4" name="Shape">
            <a:extLst>
              <a:ext uri="{FF2B5EF4-FFF2-40B4-BE49-F238E27FC236}">
                <a16:creationId xmlns:a16="http://schemas.microsoft.com/office/drawing/2014/main" id="{BC04CEF9-7BA9-D4E7-7852-594CC56DBD37}"/>
              </a:ext>
            </a:extLst>
          </p:cNvPr>
          <p:cNvSpPr/>
          <p:nvPr/>
        </p:nvSpPr>
        <p:spPr>
          <a:xfrm>
            <a:off x="6402835" y="1964050"/>
            <a:ext cx="5054248" cy="3987012"/>
          </a:xfrm>
          <a:prstGeom prst="rect">
            <a:avLst/>
          </a:prstGeom>
          <a:solidFill>
            <a:schemeClr val="bg1"/>
          </a:solidFill>
          <a:ln w="254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lang="en-US" sz="1800" noProof="0">
              <a:solidFill>
                <a:schemeClr val="lt1"/>
              </a:solidFill>
              <a:latin typeface="Karla"/>
              <a:ea typeface="Karla"/>
              <a:cs typeface="Karla"/>
              <a:sym typeface="Karla"/>
            </a:endParaRPr>
          </a:p>
        </p:txBody>
      </p:sp>
      <p:sp>
        <p:nvSpPr>
          <p:cNvPr id="17" name="Title 1">
            <a:extLst>
              <a:ext uri="{FF2B5EF4-FFF2-40B4-BE49-F238E27FC236}">
                <a16:creationId xmlns:a16="http://schemas.microsoft.com/office/drawing/2014/main" id="{FDBC014A-57E4-E622-1B5A-DDCDE4F19F68}"/>
              </a:ext>
            </a:extLst>
          </p:cNvPr>
          <p:cNvSpPr>
            <a:spLocks noGrp="1"/>
          </p:cNvSpPr>
          <p:nvPr>
            <p:ph type="title"/>
          </p:nvPr>
        </p:nvSpPr>
        <p:spPr>
          <a:xfrm>
            <a:off x="612648" y="548640"/>
            <a:ext cx="10966704" cy="1132258"/>
          </a:xfrm>
        </p:spPr>
        <p:txBody>
          <a:bodyPr anchor="t"/>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923026"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2">
            <a:extLst>
              <a:ext uri="{FF2B5EF4-FFF2-40B4-BE49-F238E27FC236}">
                <a16:creationId xmlns:a16="http://schemas.microsoft.com/office/drawing/2014/main" id="{BBDB215F-F64D-AFEC-78DE-A34FCC39898B}"/>
              </a:ext>
            </a:extLst>
          </p:cNvPr>
          <p:cNvSpPr>
            <a:spLocks noGrp="1"/>
          </p:cNvSpPr>
          <p:nvPr>
            <p:ph type="body" idx="17"/>
          </p:nvPr>
        </p:nvSpPr>
        <p:spPr>
          <a:xfrm>
            <a:off x="6715897" y="2140585"/>
            <a:ext cx="4433978" cy="575962"/>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923026" y="2842450"/>
            <a:ext cx="4433978" cy="2898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2EAD70E4-41EC-CD82-9922-84432DB90008}"/>
              </a:ext>
            </a:extLst>
          </p:cNvPr>
          <p:cNvSpPr>
            <a:spLocks noGrp="1"/>
          </p:cNvSpPr>
          <p:nvPr>
            <p:ph sz="quarter" idx="16"/>
          </p:nvPr>
        </p:nvSpPr>
        <p:spPr>
          <a:xfrm>
            <a:off x="6715897" y="2842450"/>
            <a:ext cx="4433978" cy="2898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E45957D-E390-A6CD-0738-7DBCB3C4B41C}"/>
              </a:ext>
            </a:extLst>
          </p:cNvPr>
          <p:cNvSpPr>
            <a:spLocks noGrp="1"/>
          </p:cNvSpPr>
          <p:nvPr>
            <p:ph type="ftr" sz="quarter" idx="3"/>
          </p:nvPr>
        </p:nvSpPr>
        <p:spPr>
          <a:xfrm>
            <a:off x="612647" y="6410960"/>
            <a:ext cx="2805405" cy="298120"/>
          </a:xfrm>
          <a:prstGeom prst="rect">
            <a:avLst/>
          </a:prstGeom>
        </p:spPr>
        <p:txBody>
          <a:bodyPr anchor="b"/>
          <a:lstStyle>
            <a:lvl1pPr>
              <a:defRPr sz="1200"/>
            </a:lvl1pPr>
          </a:lstStyle>
          <a:p>
            <a:endParaRPr lang="en-US"/>
          </a:p>
        </p:txBody>
      </p:sp>
      <p:sp>
        <p:nvSpPr>
          <p:cNvPr id="2" name="Date Placeholder 3">
            <a:extLst>
              <a:ext uri="{FF2B5EF4-FFF2-40B4-BE49-F238E27FC236}">
                <a16:creationId xmlns:a16="http://schemas.microsoft.com/office/drawing/2014/main" id="{6323C36B-3396-E0B9-7965-0F8040BFF210}"/>
              </a:ext>
            </a:extLst>
          </p:cNvPr>
          <p:cNvSpPr>
            <a:spLocks noGrp="1"/>
          </p:cNvSpPr>
          <p:nvPr>
            <p:ph type="dt" sz="half" idx="2"/>
          </p:nvPr>
        </p:nvSpPr>
        <p:spPr>
          <a:xfrm>
            <a:off x="8893929" y="6410960"/>
            <a:ext cx="2202644" cy="298120"/>
          </a:xfrm>
          <a:prstGeom prst="rect">
            <a:avLst/>
          </a:prstGeom>
        </p:spPr>
        <p:txBody>
          <a:bodyPr anchor="b"/>
          <a:lstStyle>
            <a:lvl1pPr>
              <a:defRPr sz="1200"/>
            </a:lvl1pPr>
          </a:lstStyle>
          <a:p>
            <a:endParaRPr lang="en-US"/>
          </a:p>
        </p:txBody>
      </p:sp>
      <p:sp>
        <p:nvSpPr>
          <p:cNvPr id="10" name="Slide Number Placeholder 5">
            <a:extLst>
              <a:ext uri="{FF2B5EF4-FFF2-40B4-BE49-F238E27FC236}">
                <a16:creationId xmlns:a16="http://schemas.microsoft.com/office/drawing/2014/main" id="{78F87EB5-54D8-0C98-C391-699B7F558C89}"/>
              </a:ext>
            </a:extLst>
          </p:cNvPr>
          <p:cNvSpPr>
            <a:spLocks noGrp="1"/>
          </p:cNvSpPr>
          <p:nvPr>
            <p:ph type="sldNum" sz="quarter" idx="4"/>
          </p:nvPr>
        </p:nvSpPr>
        <p:spPr>
          <a:xfrm>
            <a:off x="11147096" y="6410960"/>
            <a:ext cx="429207" cy="298120"/>
          </a:xfrm>
          <a:prstGeom prst="rect">
            <a:avLst/>
          </a:prstGeom>
        </p:spPr>
        <p:txBody>
          <a:bodyPr anchor="b"/>
          <a:lstStyle>
            <a:lvl1pPr>
              <a:defRPr sz="120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1723343689"/>
      </p:ext>
    </p:extLst>
  </p:cSld>
  <p:clrMapOvr>
    <a:masterClrMapping/>
  </p:clrMapOvr>
</p:sldLayout>
</file>

<file path=ppt/slideMasters/_rels/slideMaster_80000000_E062C8C9.xml.rels><?xml version="1.0" encoding="UTF-8" standalone="yes"?>
<Relationships xmlns="http://schemas.openxmlformats.org/package/2006/relationships"><Relationship Id="rId13" Type="http://schemas.openxmlformats.org/officeDocument/2006/relationships/slideLayout" Target="../slideLayouts/slideLayout_80000019_2B0A7DD2.xml"/><Relationship Id="rId18" Type="http://schemas.openxmlformats.org/officeDocument/2006/relationships/slideLayout" Target="../slideLayouts/slideLayout_8000001E_F119815F.xml"/><Relationship Id="rId26" Type="http://schemas.openxmlformats.org/officeDocument/2006/relationships/slideLayout" Target="../slideLayouts/slideLayout_80000026_95A024CB.xml"/><Relationship Id="rId39" Type="http://schemas.openxmlformats.org/officeDocument/2006/relationships/slideLayout" Target="../slideLayouts/slideLayout_80000033_91826197.xml"/><Relationship Id="rId21" Type="http://schemas.openxmlformats.org/officeDocument/2006/relationships/slideLayout" Target="../slideLayouts/slideLayout_80000021_B5D0ECC9.xml"/><Relationship Id="rId34" Type="http://schemas.openxmlformats.org/officeDocument/2006/relationships/slideLayout" Target="../slideLayouts/slideLayout_8000002E_2093672B.xml"/><Relationship Id="rId42" Type="http://schemas.openxmlformats.org/officeDocument/2006/relationships/slideLayout" Target="../slideLayouts/slideLayout_80000036_4E79B5A0.xml"/><Relationship Id="rId47" Type="http://schemas.openxmlformats.org/officeDocument/2006/relationships/slideLayout" Target="../slideLayouts/slideLayout_8000003B_C62C0BB4.xml"/><Relationship Id="rId50" Type="http://schemas.openxmlformats.org/officeDocument/2006/relationships/slideLayout" Target="../slideLayouts/slideLayout_8000003E_AAF630A6.xml"/><Relationship Id="rId7" Type="http://schemas.openxmlformats.org/officeDocument/2006/relationships/slideLayout" Target="../slideLayouts/slideLayout_80000007_B2FB29A0.xml"/><Relationship Id="rId2" Type="http://schemas.openxmlformats.org/officeDocument/2006/relationships/slideLayout" Target="../slideLayouts/slideLayout_80000002_6F33FE75.xml"/><Relationship Id="rId16" Type="http://schemas.openxmlformats.org/officeDocument/2006/relationships/slideLayout" Target="../slideLayouts/slideLayout_8000001C_9E8AD995.xml"/><Relationship Id="rId29" Type="http://schemas.openxmlformats.org/officeDocument/2006/relationships/slideLayout" Target="../slideLayouts/slideLayout_80000029_9F006C23.xml"/><Relationship Id="rId11" Type="http://schemas.openxmlformats.org/officeDocument/2006/relationships/slideLayout" Target="../slideLayouts/slideLayout_8000000B_86CD9A1F.xml"/><Relationship Id="rId24" Type="http://schemas.openxmlformats.org/officeDocument/2006/relationships/slideLayout" Target="../slideLayouts/slideLayout_80000024_66DD571.xml"/><Relationship Id="rId32" Type="http://schemas.openxmlformats.org/officeDocument/2006/relationships/slideLayout" Target="../slideLayouts/slideLayout_8000002C_AF199ECA.xml"/><Relationship Id="rId37" Type="http://schemas.openxmlformats.org/officeDocument/2006/relationships/slideLayout" Target="../slideLayouts/slideLayout_80000031_2C8E8832.xml"/><Relationship Id="rId40" Type="http://schemas.openxmlformats.org/officeDocument/2006/relationships/slideLayout" Target="../slideLayouts/slideLayout_80000034_AF4D78DE.xml"/><Relationship Id="rId45" Type="http://schemas.openxmlformats.org/officeDocument/2006/relationships/slideLayout" Target="../slideLayouts/slideLayout_80000039_66B82349.xml"/><Relationship Id="rId5" Type="http://schemas.openxmlformats.org/officeDocument/2006/relationships/slideLayout" Target="../slideLayouts/slideLayout_80000005_852E3746.xml"/><Relationship Id="rId15" Type="http://schemas.openxmlformats.org/officeDocument/2006/relationships/slideLayout" Target="../slideLayouts/slideLayout_8000001B_DC909AB3.xml"/><Relationship Id="rId23" Type="http://schemas.openxmlformats.org/officeDocument/2006/relationships/slideLayout" Target="../slideLayouts/slideLayout_80000023_91160196.xml"/><Relationship Id="rId28" Type="http://schemas.openxmlformats.org/officeDocument/2006/relationships/slideLayout" Target="../slideLayouts/slideLayout_80000028_9853D1E9.xml"/><Relationship Id="rId36" Type="http://schemas.openxmlformats.org/officeDocument/2006/relationships/slideLayout" Target="../slideLayouts/slideLayout_80000030_656DED7A.xml"/><Relationship Id="rId49" Type="http://schemas.openxmlformats.org/officeDocument/2006/relationships/slideLayout" Target="../slideLayouts/slideLayout_8000003D_6859C20D.xml"/><Relationship Id="rId10" Type="http://schemas.openxmlformats.org/officeDocument/2006/relationships/slideLayout" Target="../slideLayouts/slideLayout_8000000A_30D33C48.xml"/><Relationship Id="rId19" Type="http://schemas.openxmlformats.org/officeDocument/2006/relationships/slideLayout" Target="../slideLayouts/slideLayout_8000001F_1D0BC52F.xml"/><Relationship Id="rId31" Type="http://schemas.openxmlformats.org/officeDocument/2006/relationships/slideLayout" Target="../slideLayouts/slideLayout_8000002B_560D8D78.xml"/><Relationship Id="rId44" Type="http://schemas.openxmlformats.org/officeDocument/2006/relationships/slideLayout" Target="../slideLayouts/slideLayout_80000038_E0ADCE61.xml"/><Relationship Id="rId52" Type="http://schemas.openxmlformats.org/officeDocument/2006/relationships/theme" Target="../theme/theme_80000000_E062C8C9.xml"/><Relationship Id="rId4" Type="http://schemas.openxmlformats.org/officeDocument/2006/relationships/slideLayout" Target="../slideLayouts/slideLayout_80000004_B34C130B.xml"/><Relationship Id="rId9" Type="http://schemas.openxmlformats.org/officeDocument/2006/relationships/slideLayout" Target="../slideLayouts/slideLayout_80000009_2A8A4844.xml"/><Relationship Id="rId14" Type="http://schemas.openxmlformats.org/officeDocument/2006/relationships/slideLayout" Target="../slideLayouts/slideLayout_8000001A_F761D727.xml"/><Relationship Id="rId22" Type="http://schemas.openxmlformats.org/officeDocument/2006/relationships/slideLayout" Target="../slideLayouts/slideLayout_80000022_67CE764C.xml"/><Relationship Id="rId27" Type="http://schemas.openxmlformats.org/officeDocument/2006/relationships/slideLayout" Target="../slideLayouts/slideLayout_80000027_BB3DBBEC.xml"/><Relationship Id="rId30" Type="http://schemas.openxmlformats.org/officeDocument/2006/relationships/slideLayout" Target="../slideLayouts/slideLayout_8000002A_FF96A00A.xml"/><Relationship Id="rId35" Type="http://schemas.openxmlformats.org/officeDocument/2006/relationships/slideLayout" Target="../slideLayouts/slideLayout_8000002F_65D4D484.xml"/><Relationship Id="rId43" Type="http://schemas.openxmlformats.org/officeDocument/2006/relationships/slideLayout" Target="../slideLayouts/slideLayout_80000037_F9DE1A22.xml"/><Relationship Id="rId48" Type="http://schemas.openxmlformats.org/officeDocument/2006/relationships/slideLayout" Target="../slideLayouts/slideLayout_8000003C_B9050314.xml"/><Relationship Id="rId8" Type="http://schemas.openxmlformats.org/officeDocument/2006/relationships/slideLayout" Target="../slideLayouts/slideLayout_80000008_8F5E5C89.xml"/><Relationship Id="rId51" Type="http://schemas.openxmlformats.org/officeDocument/2006/relationships/slideLayout" Target="../slideLayouts/slideLayout_8000003F_34899AAD.xml"/><Relationship Id="rId3" Type="http://schemas.openxmlformats.org/officeDocument/2006/relationships/slideLayout" Target="../slideLayouts/slideLayout_80000003_450529CE.xml"/><Relationship Id="rId12" Type="http://schemas.openxmlformats.org/officeDocument/2006/relationships/slideLayout" Target="../slideLayouts/slideLayout_80000018_7E455C60.xml"/><Relationship Id="rId17" Type="http://schemas.openxmlformats.org/officeDocument/2006/relationships/slideLayout" Target="../slideLayouts/slideLayout_8000001D_7D09C866.xml"/><Relationship Id="rId25" Type="http://schemas.openxmlformats.org/officeDocument/2006/relationships/slideLayout" Target="../slideLayouts/slideLayout_80000025_F26EC6B8.xml"/><Relationship Id="rId33" Type="http://schemas.openxmlformats.org/officeDocument/2006/relationships/slideLayout" Target="../slideLayouts/slideLayout_8000002D_4919F252.xml"/><Relationship Id="rId38" Type="http://schemas.openxmlformats.org/officeDocument/2006/relationships/slideLayout" Target="../slideLayouts/slideLayout_80000032_F0D7A908.xml"/><Relationship Id="rId46" Type="http://schemas.openxmlformats.org/officeDocument/2006/relationships/slideLayout" Target="../slideLayouts/slideLayout_8000003A_C9EFADCA.xml"/><Relationship Id="rId20" Type="http://schemas.openxmlformats.org/officeDocument/2006/relationships/slideLayout" Target="../slideLayouts/slideLayout_80000020_ED9F53BD.xml"/><Relationship Id="rId41" Type="http://schemas.openxmlformats.org/officeDocument/2006/relationships/slideLayout" Target="../slideLayouts/slideLayout_80000035_3426A033.xml"/><Relationship Id="rId1" Type="http://schemas.openxmlformats.org/officeDocument/2006/relationships/slideLayout" Target="../slideLayouts/slideLayout_80000001_9B72F457.xml"/><Relationship Id="rId6" Type="http://schemas.openxmlformats.org/officeDocument/2006/relationships/slideLayout" Target="../slideLayouts/slideLayout_80000006_30C7594D.xml"/></Relationships>
</file>

<file path=ppt/slideMasters/slideMaster_80000000_E062C8C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7" y="548640"/>
            <a:ext cx="10966705"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966706"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C3C955DE-5CD9-CD51-B605-4A616AD7CFF8}"/>
              </a:ext>
            </a:extLst>
          </p:cNvPr>
          <p:cNvSpPr>
            <a:spLocks noGrp="1"/>
          </p:cNvSpPr>
          <p:nvPr>
            <p:ph type="dt" sz="half" idx="2"/>
          </p:nvPr>
        </p:nvSpPr>
        <p:spPr>
          <a:xfrm>
            <a:off x="8893929" y="6410960"/>
            <a:ext cx="2202644" cy="298120"/>
          </a:xfrm>
          <a:prstGeom prst="rect">
            <a:avLst/>
          </a:prstGeom>
        </p:spPr>
        <p:txBody>
          <a:bodyPr anchor="b"/>
          <a:lstStyle>
            <a:lvl1pPr algn="l" rtl="0">
              <a:defRPr sz="1200" cap="all" baseline="0"/>
            </a:lvl1pPr>
          </a:lstStyle>
          <a:p>
            <a:endParaRPr lang="en-US"/>
          </a:p>
        </p:txBody>
      </p:sp>
      <p:sp>
        <p:nvSpPr>
          <p:cNvPr id="8" name="Footer Placeholder 4">
            <a:extLst>
              <a:ext uri="{FF2B5EF4-FFF2-40B4-BE49-F238E27FC236}">
                <a16:creationId xmlns:a16="http://schemas.microsoft.com/office/drawing/2014/main" id="{79DD014B-8F2C-F57A-615A-FA05655D563F}"/>
              </a:ext>
            </a:extLst>
          </p:cNvPr>
          <p:cNvSpPr>
            <a:spLocks noGrp="1"/>
          </p:cNvSpPr>
          <p:nvPr>
            <p:ph type="ftr" sz="quarter" idx="3"/>
          </p:nvPr>
        </p:nvSpPr>
        <p:spPr>
          <a:xfrm>
            <a:off x="612647" y="6410960"/>
            <a:ext cx="2805405" cy="298120"/>
          </a:xfrm>
          <a:prstGeom prst="rect">
            <a:avLst/>
          </a:prstGeom>
        </p:spPr>
        <p:txBody>
          <a:bodyPr anchor="b"/>
          <a:lstStyle>
            <a:lvl1pPr algn="l" rtl="0">
              <a:defRPr sz="1200" cap="all" baseline="0"/>
            </a:lvl1pPr>
          </a:lstStyle>
          <a:p>
            <a:endParaRPr lang="en-US"/>
          </a:p>
        </p:txBody>
      </p:sp>
      <p:sp>
        <p:nvSpPr>
          <p:cNvPr id="9" name="Slide Number Placeholder 5">
            <a:extLst>
              <a:ext uri="{FF2B5EF4-FFF2-40B4-BE49-F238E27FC236}">
                <a16:creationId xmlns:a16="http://schemas.microsoft.com/office/drawing/2014/main" id="{991BBAA5-67F0-C82E-FEFD-FB109AD13395}"/>
              </a:ext>
            </a:extLst>
          </p:cNvPr>
          <p:cNvSpPr>
            <a:spLocks noGrp="1"/>
          </p:cNvSpPr>
          <p:nvPr>
            <p:ph type="sldNum" sz="quarter" idx="4"/>
          </p:nvPr>
        </p:nvSpPr>
        <p:spPr>
          <a:xfrm>
            <a:off x="11147096" y="6410960"/>
            <a:ext cx="429207" cy="298120"/>
          </a:xfrm>
          <a:prstGeom prst="rect">
            <a:avLst/>
          </a:prstGeom>
        </p:spPr>
        <p:txBody>
          <a:bodyPr anchor="b"/>
          <a:lstStyle>
            <a:lvl1pPr algn="r" rtl="0">
              <a:defRPr sz="1200" cap="all" baseline="0"/>
            </a:lvl1pPr>
          </a:lstStyle>
          <a:p>
            <a:fld id="{AEAA3239-9EA4-4A65-A281-97F994456D9F}" type="slidenum">
              <a:rPr lang="en-US" smtClean="0"/>
              <a:pPr/>
              <a:t/>
            </a:fld>
            <a:endParaRPr lang="en-US"/>
          </a:p>
        </p:txBody>
      </p:sp>
    </p:spTree>
    <p:extLst>
      <p:ext uri="{BB962C8B-B14F-4D97-AF65-F5344CB8AC3E}">
        <p14:creationId xmlns:p14="http://schemas.microsoft.com/office/powerpoint/2010/main" val="37645703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Lst>
  <p:hf sldNum="0" hdr="0" ft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_A0A_FDC2D27A.xml.rels><?xml version="1.0" encoding="UTF-8" standalone="yes"?>
<Relationships xmlns="http://schemas.openxmlformats.org/package/2006/relationships"><Relationship Id="rId3" Type="http://schemas.openxmlformats.org/officeDocument/2006/relationships/image" Target="../media/image_782225D0.jpeg"/><Relationship Id="rId2" Type="http://schemas.openxmlformats.org/officeDocument/2006/relationships/notesSlide" Target="../notesSlides/notesSlide_A0A_FDC2D27A.xml"/><Relationship Id="rId1" Type="http://schemas.openxmlformats.org/officeDocument/2006/relationships/slideLayout" Target="../slideLayouts/slideLayout_8000002D_4919F252.xml"/></Relationships>
</file>

<file path=ppt/slides/_rels/slide_A0B_BF7D9B98.xml.rels><?xml version="1.0" encoding="UTF-8" standalone="yes"?>
<Relationships xmlns="http://schemas.openxmlformats.org/package/2006/relationships"><Relationship Id="rId2" Type="http://schemas.openxmlformats.org/officeDocument/2006/relationships/notesSlide" Target="../notesSlides/notesSlide_A0B_BF7D9B98.xml"/><Relationship Id="rId1" Type="http://schemas.openxmlformats.org/officeDocument/2006/relationships/slideLayout" Target="../slideLayouts/slideLayout_80000009_2A8A4844.xml"/></Relationships>
</file>

<file path=ppt/slides/_rels/slide_A0C_EBBB1B51.xml.rels><?xml version="1.0" encoding="UTF-8" standalone="yes"?>
<Relationships xmlns="http://schemas.openxmlformats.org/package/2006/relationships"><Relationship Id="rId3" Type="http://schemas.openxmlformats.org/officeDocument/2006/relationships/image" Target="../media/image_5F8354BF.jpeg"/><Relationship Id="rId2" Type="http://schemas.openxmlformats.org/officeDocument/2006/relationships/notesSlide" Target="../notesSlides/notesSlide_A0C_EBBB1B51.xml"/><Relationship Id="rId1" Type="http://schemas.openxmlformats.org/officeDocument/2006/relationships/slideLayout" Target="../slideLayouts/slideLayout_80000020_ED9F53BD.xml"/></Relationships>
</file>

<file path=ppt/slides/_rels/slide_A0D_3442BAC0.xml.rels><?xml version="1.0" encoding="UTF-8" standalone="yes"?>
<Relationships xmlns="http://schemas.openxmlformats.org/package/2006/relationships"><Relationship Id="rId3" Type="http://schemas.openxmlformats.org/officeDocument/2006/relationships/image" Target="../media/image_30A61D1E.jpeg"/><Relationship Id="rId2" Type="http://schemas.openxmlformats.org/officeDocument/2006/relationships/notesSlide" Target="../notesSlides/notesSlide_A0D_3442BAC0.xml"/><Relationship Id="rId1" Type="http://schemas.openxmlformats.org/officeDocument/2006/relationships/slideLayout" Target="../slideLayouts/slideLayout_8000002D_4919F252.xml"/></Relationships>
</file>

<file path=ppt/slides/_rels/slide_A0E_D59E6213.xml.rels><?xml version="1.0" encoding="UTF-8" standalone="yes"?>
<Relationships xmlns="http://schemas.openxmlformats.org/package/2006/relationships"><Relationship Id="rId2" Type="http://schemas.openxmlformats.org/officeDocument/2006/relationships/notesSlide" Target="../notesSlides/notesSlide_A0E_D59E6213.xml"/><Relationship Id="rId1" Type="http://schemas.openxmlformats.org/officeDocument/2006/relationships/slideLayout" Target="../slideLayouts/slideLayout_80000009_2A8A4844.xml"/></Relationships>
</file>

<file path=ppt/slides/_rels/slide_A0F_BE4DBD4.xml.rels><?xml version="1.0" encoding="UTF-8" standalone="yes"?>
<Relationships xmlns="http://schemas.openxmlformats.org/package/2006/relationships"><Relationship Id="rId3" Type="http://schemas.openxmlformats.org/officeDocument/2006/relationships/image" Target="../media/image_C64558B.jpeg"/><Relationship Id="rId2" Type="http://schemas.openxmlformats.org/officeDocument/2006/relationships/notesSlide" Target="../notesSlides/notesSlide_A0F_BE4DBD4.xml"/><Relationship Id="rId1" Type="http://schemas.openxmlformats.org/officeDocument/2006/relationships/slideLayout" Target="../slideLayouts/slideLayout_80000020_ED9F53BD.xml"/></Relationships>
</file>

<file path=ppt/slides/_rels/slide_A01_37F9F9F8.xml.rels><?xml version="1.0" encoding="UTF-8" standalone="yes"?>
<Relationships xmlns="http://schemas.openxmlformats.org/package/2006/relationships"><Relationship Id="rId3" Type="http://schemas.openxmlformats.org/officeDocument/2006/relationships/image" Target="../media/image_5293D809.jpeg"/><Relationship Id="rId2" Type="http://schemas.openxmlformats.org/officeDocument/2006/relationships/notesSlide" Target="../notesSlides/notesSlide_A01_37F9F9F8.xml"/><Relationship Id="rId1" Type="http://schemas.openxmlformats.org/officeDocument/2006/relationships/slideLayout" Target="../slideLayouts/slideLayout_80000004_B34C130B.xml"/></Relationships>
</file>

<file path=ppt/slides/_rels/slide_A02_83A138C9.xml.rels><?xml version="1.0" encoding="UTF-8" standalone="yes"?>
<Relationships xmlns="http://schemas.openxmlformats.org/package/2006/relationships"><Relationship Id="rId2" Type="http://schemas.openxmlformats.org/officeDocument/2006/relationships/notesSlide" Target="../notesSlides/notesSlide_A02_83A138C9.xml"/><Relationship Id="rId1" Type="http://schemas.openxmlformats.org/officeDocument/2006/relationships/slideLayout" Target="../slideLayouts/slideLayout_80000009_2A8A4844.xml"/></Relationships>
</file>

<file path=ppt/slides/_rels/slide_A03_DBACE6DF.xml.rels><?xml version="1.0" encoding="UTF-8" standalone="yes"?>
<Relationships xmlns="http://schemas.openxmlformats.org/package/2006/relationships"><Relationship Id="rId3" Type="http://schemas.openxmlformats.org/officeDocument/2006/relationships/image" Target="../media/image_95751E40.jpeg"/><Relationship Id="rId2" Type="http://schemas.openxmlformats.org/officeDocument/2006/relationships/notesSlide" Target="../notesSlides/notesSlide_A03_DBACE6DF.xml"/><Relationship Id="rId1" Type="http://schemas.openxmlformats.org/officeDocument/2006/relationships/slideLayout" Target="../slideLayouts/slideLayout_80000020_ED9F53BD.xml"/></Relationships>
</file>

<file path=ppt/slides/_rels/slide_A04_874B43BE.xml.rels><?xml version="1.0" encoding="UTF-8" standalone="yes"?>
<Relationships xmlns="http://schemas.openxmlformats.org/package/2006/relationships"><Relationship Id="rId3" Type="http://schemas.openxmlformats.org/officeDocument/2006/relationships/image" Target="../media/image_2F5EAC1B.jpeg"/><Relationship Id="rId2" Type="http://schemas.openxmlformats.org/officeDocument/2006/relationships/notesSlide" Target="../notesSlides/notesSlide_A04_874B43BE.xml"/><Relationship Id="rId1" Type="http://schemas.openxmlformats.org/officeDocument/2006/relationships/slideLayout" Target="../slideLayouts/slideLayout_80000020_ED9F53BD.xml"/></Relationships>
</file>

<file path=ppt/slides/_rels/slide_A05_ADDE63E1.xml.rels><?xml version="1.0" encoding="UTF-8" standalone="yes"?>
<Relationships xmlns="http://schemas.openxmlformats.org/package/2006/relationships"><Relationship Id="rId2" Type="http://schemas.openxmlformats.org/officeDocument/2006/relationships/notesSlide" Target="../notesSlides/notesSlide_A05_ADDE63E1.xml"/><Relationship Id="rId1" Type="http://schemas.openxmlformats.org/officeDocument/2006/relationships/slideLayout" Target="../slideLayouts/slideLayout_80000009_2A8A4844.xml"/></Relationships>
</file>

<file path=ppt/slides/_rels/slide_A06_8CA26F4B.xml.rels><?xml version="1.0" encoding="UTF-8" standalone="yes"?>
<Relationships xmlns="http://schemas.openxmlformats.org/package/2006/relationships"><Relationship Id="rId3" Type="http://schemas.openxmlformats.org/officeDocument/2006/relationships/image" Target="../media/image_14B6C27.jpeg"/><Relationship Id="rId2" Type="http://schemas.openxmlformats.org/officeDocument/2006/relationships/notesSlide" Target="../notesSlides/notesSlide_A06_8CA26F4B.xml"/><Relationship Id="rId1" Type="http://schemas.openxmlformats.org/officeDocument/2006/relationships/slideLayout" Target="../slideLayouts/slideLayout_80000020_ED9F53BD.xml"/></Relationships>
</file>

<file path=ppt/slides/_rels/slide_A07_FB65EFB3.xml.rels><?xml version="1.0" encoding="UTF-8" standalone="yes"?>
<Relationships xmlns="http://schemas.openxmlformats.org/package/2006/relationships"><Relationship Id="rId3" Type="http://schemas.openxmlformats.org/officeDocument/2006/relationships/image" Target="../media/image_2B4F9C84.jpeg"/><Relationship Id="rId2" Type="http://schemas.openxmlformats.org/officeDocument/2006/relationships/notesSlide" Target="../notesSlides/notesSlide_A07_FB65EFB3.xml"/><Relationship Id="rId1" Type="http://schemas.openxmlformats.org/officeDocument/2006/relationships/slideLayout" Target="../slideLayouts/slideLayout_80000020_ED9F53BD.xml"/></Relationships>
</file>

<file path=ppt/slides/_rels/slide_A08_4E25A673.xml.rels><?xml version="1.0" encoding="UTF-8" standalone="yes"?>
<Relationships xmlns="http://schemas.openxmlformats.org/package/2006/relationships"><Relationship Id="rId2" Type="http://schemas.openxmlformats.org/officeDocument/2006/relationships/notesSlide" Target="../notesSlides/notesSlide_A08_4E25A673.xml"/><Relationship Id="rId1" Type="http://schemas.openxmlformats.org/officeDocument/2006/relationships/slideLayout" Target="../slideLayouts/slideLayout_80000009_2A8A4844.xml"/></Relationships>
</file>

<file path=ppt/slides/_rels/slide_A09_8E6CD475.xml.rels><?xml version="1.0" encoding="UTF-8" standalone="yes"?>
<Relationships xmlns="http://schemas.openxmlformats.org/package/2006/relationships"><Relationship Id="rId3" Type="http://schemas.openxmlformats.org/officeDocument/2006/relationships/image" Target="../media/image_C523896A.jpeg"/><Relationship Id="rId2" Type="http://schemas.openxmlformats.org/officeDocument/2006/relationships/notesSlide" Target="../notesSlides/notesSlide_A09_8E6CD475.xml"/><Relationship Id="rId1" Type="http://schemas.openxmlformats.org/officeDocument/2006/relationships/slideLayout" Target="../slideLayouts/slideLayout_80000020_ED9F53BD.xml"/></Relationships>
</file>

<file path=ppt/slides/_rels/slide_A10_2F4BEDE2.xml.rels><?xml version="1.0" encoding="UTF-8" standalone="yes"?>
<Relationships xmlns="http://schemas.openxmlformats.org/package/2006/relationships"><Relationship Id="rId3" Type="http://schemas.openxmlformats.org/officeDocument/2006/relationships/image" Target="../media/image_2B40C8C5.jpeg"/><Relationship Id="rId2" Type="http://schemas.openxmlformats.org/officeDocument/2006/relationships/notesSlide" Target="../notesSlides/notesSlide_A10_2F4BEDE2.xml"/><Relationship Id="rId1" Type="http://schemas.openxmlformats.org/officeDocument/2006/relationships/slideLayout" Target="../slideLayouts/slideLayout_80000020_ED9F53BD.xml"/></Relationships>
</file>

<file path=ppt/slides/slide_A0A_FDC2D27A.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6C224-4F76-FE6C-7484-14D3822730E1}"/>
              </a:ext>
            </a:extLst>
          </p:cNvPr>
          <p:cNvSpPr>
            <a:spLocks noGrp="1"/>
          </p:cNvSpPr>
          <p:nvPr>
            <p:ph type="title"/>
          </p:nvPr>
        </p:nvSpPr>
        <p:spPr>
          <a:xfrm>
            <a:off x="612648" y="706802"/>
            <a:ext cx="4672584" cy="1269482"/>
          </a:xfrm>
        </p:spPr>
        <p:txBody>
          <a:bodyPr anchor="t">
            <a:normAutofit/>
          </a:bodyPr>
          <a:lstStyle/>
          <a:p>
            <a:r>
              <a:rPr lang="en-US" sz="2800"/>
              <a:t>Dataset Description and Preprocessing Approach</a:t>
            </a:r>
          </a:p>
        </p:txBody>
      </p:sp>
      <p:pic>
        <p:nvPicPr>
          <p:cNvPr id="5" name="Content Placeholder 4" descr="Abundance of medical icons in geometric figures">
            <a:extLst>
              <a:ext uri="{FF2B5EF4-FFF2-40B4-BE49-F238E27FC236}">
                <a16:creationId xmlns:a16="http://schemas.microsoft.com/office/drawing/2014/main" id="{09CBE0B9-F386-4CF1-AFB1-BA3E43B92AEC}"/>
              </a:ext>
            </a:extLst>
          </p:cNvPr>
          <p:cNvPicPr>
            <a:picLocks noGrp="1" noChangeAspect="1"/>
          </p:cNvPicPr>
          <p:nvPr>
            <p:ph type="pic" sz="quarter" idx="15"/>
          </p:nvPr>
        </p:nvPicPr>
        <p:blipFill>
          <a:blip r:embed="rId3"/>
          <a:stretch/>
        </p:blipFill>
        <p:spPr>
          <a:xfrm>
            <a:off x="609599" y="2623050"/>
            <a:ext cx="4488792" cy="2895270"/>
          </a:xfrm>
          <a:solidFill>
            <a:srgbClr val="F3EBE8"/>
          </a:solidFill>
        </p:spPr>
      </p:pic>
      <p:sp>
        <p:nvSpPr>
          <p:cNvPr id="3" name="Content Placeholder 2">
            <a:extLst>
              <a:ext uri="{FF2B5EF4-FFF2-40B4-BE49-F238E27FC236}">
                <a16:creationId xmlns:a16="http://schemas.microsoft.com/office/drawing/2014/main" id="{BBEAFE33-C035-20FC-ABBF-30D3648198F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lvl="0" indent="0">
              <a:spcBef>
                <a:spcPts val="2500"/>
              </a:spcBef>
              <a:buFont typeface="Arial" panose="020B0604020202020204" pitchFamily="34" charset="0"/>
              <a:buNone/>
            </a:pPr>
            <a:r>
              <a:rPr lang="en-US" sz="1400" b="1"/>
              <a:t>Dataset Overview</a:t>
            </a:r>
          </a:p>
          <a:p>
            <a:pPr marL="0" lvl="1" indent="0">
              <a:buFont typeface="Arial" panose="020B0604020202020204" pitchFamily="34" charset="0"/>
              <a:buNone/>
            </a:pPr>
            <a:r>
              <a:rPr lang="en-US" sz="1400"/>
              <a:t>The dataset includes detailed hospital patient records with demographics, treatment, and billing information in CSV format.</a:t>
            </a:r>
          </a:p>
          <a:p>
            <a:pPr marL="0" lvl="0" indent="0">
              <a:spcBef>
                <a:spcPts val="2500"/>
              </a:spcBef>
              <a:buFont typeface="Arial" panose="020B0604020202020204" pitchFamily="34" charset="0"/>
              <a:buNone/>
            </a:pPr>
            <a:r>
              <a:rPr lang="en-US" sz="1400" b="1"/>
              <a:t>Data Preprocessing Steps</a:t>
            </a:r>
          </a:p>
          <a:p>
            <a:pPr marL="0" lvl="1" indent="0">
              <a:buFont typeface="Arial" panose="020B0604020202020204" pitchFamily="34" charset="0"/>
              <a:buNone/>
            </a:pPr>
            <a:r>
              <a:rPr lang="en-US" sz="1400"/>
              <a:t>Preprocessing involves handling missing values, fixing inconsistencies, and converting date fields for reliable analysis.</a:t>
            </a:r>
          </a:p>
          <a:p>
            <a:pPr marL="0" lvl="0" indent="0">
              <a:spcBef>
                <a:spcPts val="2500"/>
              </a:spcBef>
              <a:buFont typeface="Arial" panose="020B0604020202020204" pitchFamily="34" charset="0"/>
              <a:buNone/>
            </a:pPr>
            <a:r>
              <a:rPr lang="en-US" sz="1400" b="1"/>
              <a:t>Derived Metrics Calculation</a:t>
            </a:r>
          </a:p>
          <a:p>
            <a:pPr marL="0" lvl="1" indent="0">
              <a:buFont typeface="Arial" panose="020B0604020202020204" pitchFamily="34" charset="0"/>
              <a:buNone/>
            </a:pPr>
            <a:r>
              <a:rPr lang="en-US" sz="1400"/>
              <a:t>Accurate preprocessing enables calculation of metrics like length of stay and average billing for meaningful insights.</a:t>
            </a:r>
          </a:p>
          <a:p>
            <a:pPr marL="0" lvl="0" indent="0">
              <a:spcBef>
                <a:spcPts val="2500"/>
              </a:spcBef>
              <a:buFont typeface="Arial" panose="020B0604020202020204" pitchFamily="34" charset="0"/>
              <a:buNone/>
            </a:pPr>
            <a:r>
              <a:rPr lang="en-US" sz="1400" b="1"/>
              <a:t>Importance of Data Quality</a:t>
            </a:r>
          </a:p>
          <a:p>
            <a:pPr marL="0" lvl="1" indent="0">
              <a:buFont typeface="Arial" panose="020B0604020202020204" pitchFamily="34" charset="0"/>
              <a:buNone/>
            </a:pPr>
            <a:r>
              <a:rPr lang="en-US" sz="1400"/>
              <a:t>Data preparation ensures dashboard visualizations are reliable, forming the backbone of analytical accuracy.</a:t>
            </a:r>
          </a:p>
        </p:txBody>
      </p:sp>
    </p:spTree>
    <p:extLst>
      <p:ext uri="{BB962C8B-B14F-4D97-AF65-F5344CB8AC3E}">
        <p14:creationId xmlns:p14="http://schemas.microsoft.com/office/powerpoint/2010/main" val="42574035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B_BF7D9B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A6048-56CD-1BBA-8C7B-3C26CA2CC9E0}"/>
              </a:ext>
            </a:extLst>
          </p:cNvPr>
          <p:cNvSpPr>
            <a:spLocks noGrp="1"/>
          </p:cNvSpPr>
          <p:nvPr>
            <p:ph type="ctrTitle"/>
          </p:nvPr>
        </p:nvSpPr>
        <p:spPr>
          <a:xfrm>
            <a:off x="1522013" y="1282325"/>
            <a:ext cx="8893834" cy="3988550"/>
          </a:xfrm>
        </p:spPr>
        <p:txBody>
          <a:bodyPr anchor="ctr">
            <a:normAutofit/>
          </a:bodyPr>
          <a:lstStyle/>
          <a:p>
            <a:r>
              <a:rPr lang="en-US"/>
              <a:t>System Design and Functional Features</a:t>
            </a:r>
          </a:p>
        </p:txBody>
      </p:sp>
    </p:spTree>
    <p:extLst>
      <p:ext uri="{BB962C8B-B14F-4D97-AF65-F5344CB8AC3E}">
        <p14:creationId xmlns:p14="http://schemas.microsoft.com/office/powerpoint/2010/main" val="32126800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C_EBBB1B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C8BB7-8D72-7BEE-F1B4-65C1803B3C21}"/>
              </a:ext>
            </a:extLst>
          </p:cNvPr>
          <p:cNvSpPr>
            <a:spLocks noGrp="1"/>
          </p:cNvSpPr>
          <p:nvPr>
            <p:ph type="title"/>
          </p:nvPr>
        </p:nvSpPr>
        <p:spPr>
          <a:xfrm>
            <a:off x="612647" y="552478"/>
            <a:ext cx="6858000" cy="932688"/>
          </a:xfrm>
        </p:spPr>
        <p:txBody>
          <a:bodyPr anchor="b">
            <a:normAutofit/>
          </a:bodyPr>
          <a:lstStyle/>
          <a:p>
            <a:r>
              <a:rPr lang="en-US" sz="2800"/>
              <a:t>System Workflow and Data Processing Pipeline</a:t>
            </a:r>
          </a:p>
        </p:txBody>
      </p:sp>
      <p:sp>
        <p:nvSpPr>
          <p:cNvPr id="3" name="Content Placeholder 2">
            <a:extLst>
              <a:ext uri="{FF2B5EF4-FFF2-40B4-BE49-F238E27FC236}">
                <a16:creationId xmlns:a16="http://schemas.microsoft.com/office/drawing/2014/main" id="{FCBC5505-8B7F-DAD2-6C6E-3CE799ACD4F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lvl="0" indent="0">
              <a:spcBef>
                <a:spcPts val="2500"/>
              </a:spcBef>
              <a:buFont typeface="Arial" panose="020B0604020202020204" pitchFamily="34" charset="0"/>
              <a:buNone/>
            </a:pPr>
            <a:r>
              <a:rPr lang="en-US" sz="1400" b="1"/>
              <a:t>Data Loading and Reading</a:t>
            </a:r>
          </a:p>
          <a:p>
            <a:pPr marL="0" lvl="1" indent="0">
              <a:buFont typeface="Arial" panose="020B0604020202020204" pitchFamily="34" charset="0"/>
              <a:buNone/>
            </a:pPr>
            <a:r>
              <a:rPr lang="en-US" sz="1400"/>
              <a:t>Hospital datasets are loaded from CSV files and read into the system using data handling libraries like Pandas.</a:t>
            </a:r>
          </a:p>
          <a:p>
            <a:pPr marL="0" lvl="0" indent="0">
              <a:spcBef>
                <a:spcPts val="2500"/>
              </a:spcBef>
              <a:buFont typeface="Arial" panose="020B0604020202020204" pitchFamily="34" charset="0"/>
              <a:buNone/>
            </a:pPr>
            <a:r>
              <a:rPr lang="en-US" sz="1400" b="1"/>
              <a:t>Data Preprocessing</a:t>
            </a:r>
          </a:p>
          <a:p>
            <a:pPr marL="0" lvl="1" indent="0">
              <a:buFont typeface="Arial" panose="020B0604020202020204" pitchFamily="34" charset="0"/>
              <a:buNone/>
            </a:pPr>
            <a:r>
              <a:rPr lang="en-US" sz="1400"/>
              <a:t>Data undergoes cleaning, formatting, and validation to ensure accuracy and consistency for analysis.</a:t>
            </a:r>
          </a:p>
          <a:p>
            <a:pPr marL="0" lvl="0" indent="0">
              <a:spcBef>
                <a:spcPts val="2500"/>
              </a:spcBef>
              <a:buFont typeface="Arial" panose="020B0604020202020204" pitchFamily="34" charset="0"/>
              <a:buNone/>
            </a:pPr>
            <a:r>
              <a:rPr lang="en-US" sz="1400" b="1"/>
              <a:t>Statistical Calculations</a:t>
            </a:r>
          </a:p>
          <a:p>
            <a:pPr marL="0" lvl="1" indent="0">
              <a:buFont typeface="Arial" panose="020B0604020202020204" pitchFamily="34" charset="0"/>
              <a:buNone/>
            </a:pPr>
            <a:r>
              <a:rPr lang="en-US" sz="1400"/>
              <a:t>Key metrics like patient counts, averages, and data distributions are calculated from the preprocessed data.</a:t>
            </a:r>
          </a:p>
          <a:p>
            <a:pPr marL="0" lvl="0" indent="0">
              <a:spcBef>
                <a:spcPts val="2500"/>
              </a:spcBef>
              <a:buFont typeface="Arial" panose="020B0604020202020204" pitchFamily="34" charset="0"/>
              <a:buNone/>
            </a:pPr>
            <a:r>
              <a:rPr lang="en-US" sz="1400" b="1"/>
              <a:t>Visualization and Dashboard Display</a:t>
            </a:r>
          </a:p>
          <a:p>
            <a:pPr marL="0" lvl="1" indent="0">
              <a:buFont typeface="Arial" panose="020B0604020202020204" pitchFamily="34" charset="0"/>
              <a:buNone/>
            </a:pPr>
            <a:r>
              <a:rPr lang="en-US" sz="1400"/>
              <a:t>Processed data is visualized through charts and displayed in tables and summary panels within the dashboard GUI.</a:t>
            </a:r>
          </a:p>
        </p:txBody>
      </p:sp>
      <p:pic>
        <p:nvPicPr>
          <p:cNvPr id="5" name="Content Placeholder 4" descr="Medical interface of the future, a system for managing medical data obtained by scanning and visualizing the neural network of the human brain. The medicine of the future should have all modern methods of diagnosis and therapy, as well as high-tech equipment.">
            <a:extLst>
              <a:ext uri="{FF2B5EF4-FFF2-40B4-BE49-F238E27FC236}">
                <a16:creationId xmlns:a16="http://schemas.microsoft.com/office/drawing/2014/main" id="{709845F9-7FB1-411E-9A99-A152824B7E1F}"/>
              </a:ext>
            </a:extLst>
          </p:cNvPr>
          <p:cNvPicPr>
            <a:picLocks noGrp="1" noChangeAspect="1"/>
          </p:cNvPicPr>
          <p:nvPr>
            <p:ph type="pic" sz="quarter" idx="13"/>
          </p:nvPr>
        </p:nvPicPr>
        <p:blipFill>
          <a:blip r:embed="rId3"/>
          <a:srcRect l="35279" r="33183"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39549079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D_3442BAC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7AE14-026C-20E5-BAD9-4729925700E0}"/>
              </a:ext>
            </a:extLst>
          </p:cNvPr>
          <p:cNvSpPr>
            <a:spLocks noGrp="1"/>
          </p:cNvSpPr>
          <p:nvPr>
            <p:ph type="title"/>
          </p:nvPr>
        </p:nvSpPr>
        <p:spPr>
          <a:xfrm>
            <a:off x="612648" y="706802"/>
            <a:ext cx="4672584" cy="1269482"/>
          </a:xfrm>
        </p:spPr>
        <p:txBody>
          <a:bodyPr anchor="t">
            <a:normAutofit/>
          </a:bodyPr>
          <a:lstStyle/>
          <a:p>
            <a:r>
              <a:rPr lang="en-US"/>
              <a:t>Dashboard Features and User Interaction</a:t>
            </a:r>
          </a:p>
        </p:txBody>
      </p:sp>
      <p:pic>
        <p:nvPicPr>
          <p:cNvPr id="5" name="Content Placeholder 4" descr="Digital financial graph">
            <a:extLst>
              <a:ext uri="{FF2B5EF4-FFF2-40B4-BE49-F238E27FC236}">
                <a16:creationId xmlns:a16="http://schemas.microsoft.com/office/drawing/2014/main" id="{765A0CA8-7DE0-42DD-B3DB-809AA4E7CAAB}"/>
              </a:ext>
            </a:extLst>
          </p:cNvPr>
          <p:cNvPicPr>
            <a:picLocks noGrp="1" noChangeAspect="1"/>
          </p:cNvPicPr>
          <p:nvPr>
            <p:ph type="pic" sz="quarter" idx="15"/>
          </p:nvPr>
        </p:nvPicPr>
        <p:blipFill>
          <a:blip r:embed="rId3"/>
          <a:stretch/>
        </p:blipFill>
        <p:spPr>
          <a:xfrm>
            <a:off x="609599" y="2808212"/>
            <a:ext cx="4488792" cy="2524946"/>
          </a:xfrm>
          <a:solidFill>
            <a:srgbClr val="F3EBE8"/>
          </a:solidFill>
        </p:spPr>
      </p:pic>
      <p:sp>
        <p:nvSpPr>
          <p:cNvPr id="3" name="Content Placeholder 2">
            <a:extLst>
              <a:ext uri="{FF2B5EF4-FFF2-40B4-BE49-F238E27FC236}">
                <a16:creationId xmlns:a16="http://schemas.microsoft.com/office/drawing/2014/main" id="{8E4B5618-5442-423F-A6C0-BB933180C6F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lvl="0" indent="0">
              <a:spcBef>
                <a:spcPts val="2500"/>
              </a:spcBef>
              <a:buFont typeface="Arial" panose="020B0604020202020204" pitchFamily="34" charset="0"/>
              <a:buNone/>
            </a:pPr>
            <a:r>
              <a:rPr lang="en-US" sz="1400" b="1"/>
              <a:t>User-Friendly Interface</a:t>
            </a:r>
          </a:p>
          <a:p>
            <a:pPr marL="0" lvl="1" indent="0">
              <a:buFont typeface="Arial" panose="020B0604020202020204" pitchFamily="34" charset="0"/>
              <a:buNone/>
            </a:pPr>
            <a:r>
              <a:rPr lang="en-US" sz="1400"/>
              <a:t>The dashboard has a professional GUI layout that ensures clarity and easy navigation for users.</a:t>
            </a:r>
          </a:p>
          <a:p>
            <a:pPr marL="0" lvl="0" indent="0">
              <a:spcBef>
                <a:spcPts val="2500"/>
              </a:spcBef>
              <a:buFont typeface="Arial" panose="020B0604020202020204" pitchFamily="34" charset="0"/>
              <a:buNone/>
            </a:pPr>
            <a:r>
              <a:rPr lang="en-US" sz="1400" b="1"/>
              <a:t>Patient Data Access</a:t>
            </a:r>
          </a:p>
          <a:p>
            <a:pPr marL="0" lvl="1" indent="0">
              <a:buFont typeface="Arial" panose="020B0604020202020204" pitchFamily="34" charset="0"/>
              <a:buNone/>
            </a:pPr>
            <a:r>
              <a:rPr lang="en-US" sz="1400"/>
              <a:t>Users can view patient summaries, search by patient ID, and scroll through detailed record tables.</a:t>
            </a:r>
          </a:p>
          <a:p>
            <a:pPr marL="0" lvl="0" indent="0">
              <a:spcBef>
                <a:spcPts val="2500"/>
              </a:spcBef>
              <a:buFont typeface="Arial" panose="020B0604020202020204" pitchFamily="34" charset="0"/>
              <a:buNone/>
            </a:pPr>
            <a:r>
              <a:rPr lang="en-US" sz="1400" b="1"/>
              <a:t>Analytical Features</a:t>
            </a:r>
          </a:p>
          <a:p>
            <a:pPr marL="0" lvl="1" indent="0">
              <a:buFont typeface="Arial" panose="020B0604020202020204" pitchFamily="34" charset="0"/>
              <a:buNone/>
            </a:pPr>
            <a:r>
              <a:rPr lang="en-US" sz="1400"/>
              <a:t>Includes analyses of age, gender, disease distribution, treatment outcomes, and hospital bill evaluations.</a:t>
            </a:r>
          </a:p>
          <a:p>
            <a:pPr marL="0" lvl="0" indent="0">
              <a:spcBef>
                <a:spcPts val="2500"/>
              </a:spcBef>
              <a:buFont typeface="Arial" panose="020B0604020202020204" pitchFamily="34" charset="0"/>
              <a:buNone/>
            </a:pPr>
            <a:r>
              <a:rPr lang="en-US" sz="1400" b="1"/>
              <a:t>Interactive Functionality</a:t>
            </a:r>
          </a:p>
          <a:p>
            <a:pPr marL="0" lvl="1" indent="0">
              <a:buFont typeface="Arial" panose="020B0604020202020204" pitchFamily="34" charset="0"/>
              <a:buNone/>
            </a:pPr>
            <a:r>
              <a:rPr lang="en-US" sz="1400"/>
              <a:t>Features like exporting summaries and refreshing data create a dynamic, interactive user experience.</a:t>
            </a:r>
          </a:p>
        </p:txBody>
      </p:sp>
    </p:spTree>
    <p:extLst>
      <p:ext uri="{BB962C8B-B14F-4D97-AF65-F5344CB8AC3E}">
        <p14:creationId xmlns:p14="http://schemas.microsoft.com/office/powerpoint/2010/main" val="8767884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E_D59E6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59430-E427-6338-382B-E9671CB65A82}"/>
              </a:ext>
            </a:extLst>
          </p:cNvPr>
          <p:cNvSpPr>
            <a:spLocks noGrp="1"/>
          </p:cNvSpPr>
          <p:nvPr>
            <p:ph type="ctrTitle"/>
          </p:nvPr>
        </p:nvSpPr>
        <p:spPr>
          <a:xfrm>
            <a:off x="1522013" y="1282325"/>
            <a:ext cx="8893834" cy="3988550"/>
          </a:xfrm>
        </p:spPr>
        <p:txBody>
          <a:bodyPr anchor="ctr">
            <a:normAutofit/>
          </a:bodyPr>
          <a:lstStyle/>
          <a:p>
            <a:r>
              <a:rPr lang="en-US"/>
              <a:t>Visualization, Results, and Future Outlook</a:t>
            </a:r>
          </a:p>
        </p:txBody>
      </p:sp>
    </p:spTree>
    <p:extLst>
      <p:ext uri="{BB962C8B-B14F-4D97-AF65-F5344CB8AC3E}">
        <p14:creationId xmlns:p14="http://schemas.microsoft.com/office/powerpoint/2010/main" val="35839268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F_BE4DBD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AAD6B-75F2-6A7F-C478-DBCA163B842F}"/>
              </a:ext>
            </a:extLst>
          </p:cNvPr>
          <p:cNvSpPr>
            <a:spLocks noGrp="1"/>
          </p:cNvSpPr>
          <p:nvPr>
            <p:ph type="title"/>
          </p:nvPr>
        </p:nvSpPr>
        <p:spPr>
          <a:xfrm>
            <a:off x="612647" y="552478"/>
            <a:ext cx="6858000" cy="932688"/>
          </a:xfrm>
        </p:spPr>
        <p:txBody>
          <a:bodyPr anchor="b">
            <a:normAutofit/>
          </a:bodyPr>
          <a:lstStyle/>
          <a:p>
            <a:r>
              <a:rPr lang="en-US" sz="2800"/>
              <a:t>Data Visualizations and Analytical Results</a:t>
            </a:r>
          </a:p>
        </p:txBody>
      </p:sp>
      <p:sp>
        <p:nvSpPr>
          <p:cNvPr id="3" name="Content Placeholder 2">
            <a:extLst>
              <a:ext uri="{FF2B5EF4-FFF2-40B4-BE49-F238E27FC236}">
                <a16:creationId xmlns:a16="http://schemas.microsoft.com/office/drawing/2014/main" id="{87AD1A7C-397C-3D94-E6F5-CD2F365EE22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lvl="0" indent="0">
              <a:spcBef>
                <a:spcPts val="2500"/>
              </a:spcBef>
              <a:buFont typeface="Arial" panose="020B0604020202020204" pitchFamily="34" charset="0"/>
              <a:buNone/>
            </a:pPr>
            <a:r>
              <a:rPr lang="en-US" sz="1400" b="1"/>
              <a:t>Data Visualization Types</a:t>
            </a:r>
          </a:p>
          <a:p>
            <a:pPr marL="0" lvl="1" indent="0">
              <a:buFont typeface="Arial" panose="020B0604020202020204" pitchFamily="34" charset="0"/>
              <a:buNone/>
            </a:pPr>
            <a:r>
              <a:rPr lang="en-US" sz="1400"/>
              <a:t>The dashboard uses histograms, bar charts, and pie charts to represent patient data visually.</a:t>
            </a:r>
          </a:p>
          <a:p>
            <a:pPr marL="0" lvl="0" indent="0">
              <a:spcBef>
                <a:spcPts val="2500"/>
              </a:spcBef>
              <a:buFont typeface="Arial" panose="020B0604020202020204" pitchFamily="34" charset="0"/>
              <a:buNone/>
            </a:pPr>
            <a:r>
              <a:rPr lang="en-US" sz="1400" b="1"/>
              <a:t>Identifying Trends</a:t>
            </a:r>
          </a:p>
          <a:p>
            <a:pPr marL="0" lvl="1" indent="0">
              <a:buFont typeface="Arial" panose="020B0604020202020204" pitchFamily="34" charset="0"/>
              <a:buNone/>
            </a:pPr>
            <a:r>
              <a:rPr lang="en-US" sz="1400"/>
              <a:t>Visualizations enable quick identification of trends like disease prevalence, gender ratios, and cost patterns.</a:t>
            </a:r>
          </a:p>
          <a:p>
            <a:pPr marL="0" lvl="0" indent="0">
              <a:spcBef>
                <a:spcPts val="2500"/>
              </a:spcBef>
              <a:buFont typeface="Arial" panose="020B0604020202020204" pitchFamily="34" charset="0"/>
              <a:buNone/>
            </a:pPr>
            <a:r>
              <a:rPr lang="en-US" sz="1400" b="1"/>
              <a:t>Analytical Results</a:t>
            </a:r>
          </a:p>
          <a:p>
            <a:pPr marL="0" lvl="1" indent="0">
              <a:buFont typeface="Arial" panose="020B0604020202020204" pitchFamily="34" charset="0"/>
              <a:buNone/>
            </a:pPr>
            <a:r>
              <a:rPr lang="en-US" sz="1400"/>
              <a:t>The system calculates total patient counts, average age, length of stay, and hospital bills for analysis.</a:t>
            </a:r>
          </a:p>
          <a:p>
            <a:pPr marL="0" lvl="0" indent="0">
              <a:spcBef>
                <a:spcPts val="2500"/>
              </a:spcBef>
              <a:buFont typeface="Arial" panose="020B0604020202020204" pitchFamily="34" charset="0"/>
              <a:buNone/>
            </a:pPr>
            <a:r>
              <a:rPr lang="en-US" sz="1400" b="1"/>
              <a:t>Healthcare Decision Support</a:t>
            </a:r>
          </a:p>
          <a:p>
            <a:pPr marL="0" lvl="1" indent="0">
              <a:buFont typeface="Arial" panose="020B0604020202020204" pitchFamily="34" charset="0"/>
              <a:buNone/>
            </a:pPr>
            <a:r>
              <a:rPr lang="en-US" sz="1400"/>
              <a:t>Combining visuals with data summaries enhances accessibility and supports informed healthcare decisions.</a:t>
            </a:r>
          </a:p>
        </p:txBody>
      </p:sp>
      <p:pic>
        <p:nvPicPr>
          <p:cNvPr id="5" name="Content Placeholder 4" descr="Analyzing Data">
            <a:extLst>
              <a:ext uri="{FF2B5EF4-FFF2-40B4-BE49-F238E27FC236}">
                <a16:creationId xmlns:a16="http://schemas.microsoft.com/office/drawing/2014/main" id="{6EDADA38-43C5-4898-A935-6E394E542320}"/>
              </a:ext>
            </a:extLst>
          </p:cNvPr>
          <p:cNvPicPr>
            <a:picLocks noGrp="1" noChangeAspect="1"/>
          </p:cNvPicPr>
          <p:nvPr>
            <p:ph type="pic" sz="quarter" idx="13"/>
          </p:nvPr>
        </p:nvPicPr>
        <p:blipFill>
          <a:blip r:embed="rId3"/>
          <a:srcRect l="29023" r="26136"/>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1995478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1_37F9F9F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EE368-9D19-1C73-179A-02F5AF9E6D6A}"/>
              </a:ext>
            </a:extLst>
          </p:cNvPr>
          <p:cNvSpPr>
            <a:spLocks noGrp="1"/>
          </p:cNvSpPr>
          <p:nvPr>
            <p:ph type="title"/>
          </p:nvPr>
        </p:nvSpPr>
        <p:spPr>
          <a:xfrm>
            <a:off x="593541" y="603503"/>
            <a:ext cx="4235820" cy="3739895"/>
          </a:xfrm>
        </p:spPr>
        <p:txBody>
          <a:bodyPr anchor="t">
            <a:normAutofit/>
          </a:bodyPr>
          <a:lstStyle/>
          <a:p>
            <a:r>
              <a:rPr lang="en-US"/>
              <a:t>Hospital Patient Data Overview Dashboard</a:t>
            </a:r>
          </a:p>
        </p:txBody>
      </p:sp>
      <p:sp>
        <p:nvSpPr>
          <p:cNvPr id="3" name="Subtitle 2">
            <a:extLst>
              <a:ext uri="{FF2B5EF4-FFF2-40B4-BE49-F238E27FC236}">
                <a16:creationId xmlns:a16="http://schemas.microsoft.com/office/drawing/2014/main" id="{0A3751A3-8A26-9ECD-387D-6722E23EDA32}"/>
              </a:ext>
            </a:extLst>
          </p:cNvPr>
          <p:cNvSpPr>
            <a:spLocks noGrp="1"/>
          </p:cNvSpPr>
          <p:nvPr>
            <p:ph type="subTitle" idx="1"/>
          </p:nvPr>
        </p:nvSpPr>
        <p:spPr>
          <a:xfrm>
            <a:off x="593541" y="4661255"/>
            <a:ext cx="4235820" cy="1380744"/>
          </a:xfrm>
        </p:spPr>
        <p:txBody>
          <a:bodyPr anchor="b">
            <a:normAutofit/>
          </a:bodyPr>
          <a:lstStyle/>
          <a:p>
            <a:r>
              <a:rPr lang="en-US"/>
              <a:t>Comprehensive insights into patient health metrics</a:t>
            </a:r>
          </a:p>
        </p:txBody>
      </p:sp>
      <p:pic>
        <p:nvPicPr>
          <p:cNvPr id="4" name="Picture 3" descr="A computer futuristic digital program hud interface with a personal control system over a network, in which the computer uses the interface to interact with the user.">
            <a:extLst>
              <a:ext uri="{FF2B5EF4-FFF2-40B4-BE49-F238E27FC236}">
                <a16:creationId xmlns:a16="http://schemas.microsoft.com/office/drawing/2014/main" id="{7AFAC70F-43ED-420E-A52D-9C4AB4E22D18}"/>
              </a:ext>
            </a:extLst>
          </p:cNvPr>
          <p:cNvPicPr>
            <a:picLocks noChangeAspect="1"/>
          </p:cNvPicPr>
          <p:nvPr/>
        </p:nvPicPr>
        <p:blipFill>
          <a:blip r:embed="rId3"/>
          <a:srcRect l="21576" r="27827" b="-1"/>
          <a:stretch>
            <a:fillRect/>
          </a:stretch>
        </p:blipFill>
        <p:spPr>
          <a:xfrm>
            <a:off x="5613962" y="10"/>
            <a:ext cx="6578038" cy="6857990"/>
          </a:xfrm>
          <a:prstGeom prst="rect">
            <a:avLst/>
          </a:prstGeom>
        </p:spPr>
      </p:pic>
    </p:spTree>
    <p:extLst>
      <p:ext uri="{BB962C8B-B14F-4D97-AF65-F5344CB8AC3E}">
        <p14:creationId xmlns:p14="http://schemas.microsoft.com/office/powerpoint/2010/main" val="939129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_A02_83A138C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454BF-E3CF-54EF-B779-DE850D996B2A}"/>
              </a:ext>
            </a:extLst>
          </p:cNvPr>
          <p:cNvSpPr>
            <a:spLocks noGrp="1"/>
          </p:cNvSpPr>
          <p:nvPr>
            <p:ph type="ctrTitle"/>
          </p:nvPr>
        </p:nvSpPr>
        <p:spPr>
          <a:xfrm>
            <a:off x="1522013" y="1282325"/>
            <a:ext cx="8893834" cy="3988550"/>
          </a:xfrm>
        </p:spPr>
        <p:txBody>
          <a:bodyPr anchor="ctr">
            <a:normAutofit/>
          </a:bodyPr>
          <a:lstStyle/>
          <a:p>
            <a:r>
              <a:rPr lang="en-US"/>
              <a:t>Project Overview and Context</a:t>
            </a:r>
          </a:p>
        </p:txBody>
      </p:sp>
    </p:spTree>
    <p:extLst>
      <p:ext uri="{BB962C8B-B14F-4D97-AF65-F5344CB8AC3E}">
        <p14:creationId xmlns:p14="http://schemas.microsoft.com/office/powerpoint/2010/main" val="22083811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3_DBACE6D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F34F8-F156-9065-95E8-E8D34859DAB3}"/>
              </a:ext>
            </a:extLst>
          </p:cNvPr>
          <p:cNvSpPr>
            <a:spLocks noGrp="1"/>
          </p:cNvSpPr>
          <p:nvPr>
            <p:ph type="title"/>
          </p:nvPr>
        </p:nvSpPr>
        <p:spPr>
          <a:xfrm>
            <a:off x="612647" y="552478"/>
            <a:ext cx="6858000" cy="932688"/>
          </a:xfrm>
        </p:spPr>
        <p:txBody>
          <a:bodyPr anchor="b">
            <a:normAutofit/>
          </a:bodyPr>
          <a:lstStyle/>
          <a:p>
            <a:r>
              <a:rPr lang="en-US" sz="2800"/>
              <a:t>Hospital Patient Data Overview Dashboard – Project Title and Scope</a:t>
            </a:r>
          </a:p>
        </p:txBody>
      </p:sp>
      <p:sp>
        <p:nvSpPr>
          <p:cNvPr id="3" name="Content Placeholder 2">
            <a:extLst>
              <a:ext uri="{FF2B5EF4-FFF2-40B4-BE49-F238E27FC236}">
                <a16:creationId xmlns:a16="http://schemas.microsoft.com/office/drawing/2014/main" id="{307DE29F-C402-F7AF-7359-106CBE1003D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lvl="0" indent="0">
              <a:spcBef>
                <a:spcPts val="2500"/>
              </a:spcBef>
              <a:buFont typeface="Arial" panose="020B0604020202020204" pitchFamily="34" charset="0"/>
              <a:buNone/>
            </a:pPr>
            <a:r>
              <a:rPr lang="en-US" sz="1400" b="1"/>
              <a:t>Project Overview</a:t>
            </a:r>
          </a:p>
          <a:p>
            <a:pPr marL="0" lvl="1" indent="0">
              <a:buFont typeface="Arial" panose="020B0604020202020204" pitchFamily="34" charset="0"/>
              <a:buNone/>
            </a:pPr>
            <a:r>
              <a:rPr lang="en-US" sz="1400"/>
              <a:t>A Python desktop app analyzes and visualizes hospital patient records for actionable insights.</a:t>
            </a:r>
          </a:p>
          <a:p>
            <a:pPr marL="0" lvl="0" indent="0">
              <a:spcBef>
                <a:spcPts val="2500"/>
              </a:spcBef>
              <a:buFont typeface="Arial" panose="020B0604020202020204" pitchFamily="34" charset="0"/>
              <a:buNone/>
            </a:pPr>
            <a:r>
              <a:rPr lang="en-US" sz="1400" b="1"/>
              <a:t>Technology Stack</a:t>
            </a:r>
          </a:p>
          <a:p>
            <a:pPr marL="0" lvl="1" indent="0">
              <a:buFont typeface="Arial" panose="020B0604020202020204" pitchFamily="34" charset="0"/>
              <a:buNone/>
            </a:pPr>
            <a:r>
              <a:rPr lang="en-US" sz="1400"/>
              <a:t>Uses Python, Tkinter, Pandas, and Matplotlib to process data and create an interactive GUI.</a:t>
            </a:r>
          </a:p>
          <a:p>
            <a:pPr marL="0" lvl="0" indent="0">
              <a:spcBef>
                <a:spcPts val="2500"/>
              </a:spcBef>
              <a:buFont typeface="Arial" panose="020B0604020202020204" pitchFamily="34" charset="0"/>
              <a:buNone/>
            </a:pPr>
            <a:r>
              <a:rPr lang="en-US" sz="1400" b="1"/>
              <a:t>Data Focus</a:t>
            </a:r>
          </a:p>
          <a:p>
            <a:pPr marL="0" lvl="1" indent="0">
              <a:buFont typeface="Arial" panose="020B0604020202020204" pitchFamily="34" charset="0"/>
              <a:buNone/>
            </a:pPr>
            <a:r>
              <a:rPr lang="en-US" sz="1400"/>
              <a:t>Patient data includes age, gender, disease type, treatment outcomes, and hospital billing info.</a:t>
            </a:r>
          </a:p>
          <a:p>
            <a:pPr marL="0" lvl="0" indent="0">
              <a:spcBef>
                <a:spcPts val="2500"/>
              </a:spcBef>
              <a:buFont typeface="Arial" panose="020B0604020202020204" pitchFamily="34" charset="0"/>
              <a:buNone/>
            </a:pPr>
            <a:r>
              <a:rPr lang="en-US" sz="1400" b="1"/>
              <a:t>Project Importance</a:t>
            </a:r>
          </a:p>
          <a:p>
            <a:pPr marL="0" lvl="1" indent="0">
              <a:buFont typeface="Arial" panose="020B0604020202020204" pitchFamily="34" charset="0"/>
              <a:buNone/>
            </a:pPr>
            <a:r>
              <a:rPr lang="en-US" sz="1400"/>
              <a:t>Automates hospital data reporting to provide timely insights, replacing manual methods.</a:t>
            </a:r>
          </a:p>
        </p:txBody>
      </p:sp>
      <p:pic>
        <p:nvPicPr>
          <p:cNvPr id="5" name="Content Placeholder 4" descr="Medical test in modern Neurological Research Laboratory.">
            <a:extLst>
              <a:ext uri="{FF2B5EF4-FFF2-40B4-BE49-F238E27FC236}">
                <a16:creationId xmlns:a16="http://schemas.microsoft.com/office/drawing/2014/main" id="{84676496-46BA-469F-9123-8973BF5802DD}"/>
              </a:ext>
            </a:extLst>
          </p:cNvPr>
          <p:cNvPicPr>
            <a:picLocks noGrp="1" noChangeAspect="1"/>
          </p:cNvPicPr>
          <p:nvPr>
            <p:ph type="pic" sz="quarter" idx="13"/>
          </p:nvPr>
        </p:nvPicPr>
        <p:blipFill>
          <a:blip r:embed="rId3"/>
          <a:srcRect l="12231" r="56230"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36855415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4_874B43B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3FF04-BA7E-FC3D-EA22-87BAB098C930}"/>
              </a:ext>
            </a:extLst>
          </p:cNvPr>
          <p:cNvSpPr>
            <a:spLocks noGrp="1"/>
          </p:cNvSpPr>
          <p:nvPr>
            <p:ph type="title"/>
          </p:nvPr>
        </p:nvSpPr>
        <p:spPr>
          <a:xfrm>
            <a:off x="612647" y="552478"/>
            <a:ext cx="6858000" cy="932688"/>
          </a:xfrm>
        </p:spPr>
        <p:txBody>
          <a:bodyPr anchor="b">
            <a:normAutofit/>
          </a:bodyPr>
          <a:lstStyle/>
          <a:p>
            <a:r>
              <a:rPr lang="en-US" sz="2800"/>
              <a:t>Introduction to the Python-Based Healthcare Dashboard</a:t>
            </a:r>
          </a:p>
        </p:txBody>
      </p:sp>
      <p:sp>
        <p:nvSpPr>
          <p:cNvPr id="3" name="Content Placeholder 2">
            <a:extLst>
              <a:ext uri="{FF2B5EF4-FFF2-40B4-BE49-F238E27FC236}">
                <a16:creationId xmlns:a16="http://schemas.microsoft.com/office/drawing/2014/main" id="{EDE566CB-04EB-C20B-933B-47141924708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lvl="0" indent="0">
              <a:spcBef>
                <a:spcPts val="2500"/>
              </a:spcBef>
              <a:buFont typeface="Arial" panose="020B0604020202020204" pitchFamily="34" charset="0"/>
              <a:buNone/>
            </a:pPr>
            <a:r>
              <a:rPr lang="en-US" sz="1400" b="1"/>
              <a:t>Purpose of Dashboard</a:t>
            </a:r>
          </a:p>
          <a:p>
            <a:pPr marL="0" lvl="1" indent="0">
              <a:buFont typeface="Arial" panose="020B0604020202020204" pitchFamily="34" charset="0"/>
              <a:buNone/>
            </a:pPr>
            <a:r>
              <a:rPr lang="en-US" sz="1400"/>
              <a:t>The dashboard simplifies healthcare data analysis using automation and visualization for better decision-making.</a:t>
            </a:r>
          </a:p>
          <a:p>
            <a:pPr marL="0" lvl="0" indent="0">
              <a:spcBef>
                <a:spcPts val="2500"/>
              </a:spcBef>
              <a:buFont typeface="Arial" panose="020B0604020202020204" pitchFamily="34" charset="0"/>
              <a:buNone/>
            </a:pPr>
            <a:r>
              <a:rPr lang="en-US" sz="1400" b="1"/>
              <a:t>User-Friendly Interface</a:t>
            </a:r>
          </a:p>
          <a:p>
            <a:pPr marL="0" lvl="1" indent="0">
              <a:buFont typeface="Arial" panose="020B0604020202020204" pitchFamily="34" charset="0"/>
              <a:buNone/>
            </a:pPr>
            <a:r>
              <a:rPr lang="en-US" sz="1400"/>
              <a:t>Tkinter-based GUI provides an accessible interface for non-technical hospital staff to explore patient data easily.</a:t>
            </a:r>
          </a:p>
          <a:p>
            <a:pPr marL="0" lvl="0" indent="0">
              <a:spcBef>
                <a:spcPts val="2500"/>
              </a:spcBef>
              <a:buFont typeface="Arial" panose="020B0604020202020204" pitchFamily="34" charset="0"/>
              <a:buNone/>
            </a:pPr>
            <a:r>
              <a:rPr lang="en-US" sz="1400" b="1"/>
              <a:t>Data Handling and Analysis</a:t>
            </a:r>
          </a:p>
          <a:p>
            <a:pPr marL="0" lvl="1" indent="0">
              <a:buFont typeface="Arial" panose="020B0604020202020204" pitchFamily="34" charset="0"/>
              <a:buNone/>
            </a:pPr>
            <a:r>
              <a:rPr lang="en-US" sz="1400"/>
              <a:t>Pandas manages structured CSV data enabling filtering, grouping, and summarizing patient records efficiently.</a:t>
            </a:r>
          </a:p>
          <a:p>
            <a:pPr marL="0" lvl="0" indent="0">
              <a:spcBef>
                <a:spcPts val="2500"/>
              </a:spcBef>
              <a:buFont typeface="Arial" panose="020B0604020202020204" pitchFamily="34" charset="0"/>
              <a:buNone/>
            </a:pPr>
            <a:r>
              <a:rPr lang="en-US" sz="1400" b="1"/>
              <a:t>Visual Data Storytelling</a:t>
            </a:r>
          </a:p>
          <a:p>
            <a:pPr marL="0" lvl="1" indent="0">
              <a:buFont typeface="Arial" panose="020B0604020202020204" pitchFamily="34" charset="0"/>
              <a:buNone/>
            </a:pPr>
            <a:r>
              <a:rPr lang="en-US" sz="1400"/>
              <a:t>Matplotlib generates histograms, bar charts, and pie charts to visually represent patient demographics and metrics.</a:t>
            </a:r>
          </a:p>
        </p:txBody>
      </p:sp>
      <p:pic>
        <p:nvPicPr>
          <p:cNvPr id="5" name="Content Placeholder 4" descr="Chest x-ray and situation report for coronavirus">
            <a:extLst>
              <a:ext uri="{FF2B5EF4-FFF2-40B4-BE49-F238E27FC236}">
                <a16:creationId xmlns:a16="http://schemas.microsoft.com/office/drawing/2014/main" id="{E523195F-CBED-4380-A8AA-CC314E482C5A}"/>
              </a:ext>
            </a:extLst>
          </p:cNvPr>
          <p:cNvPicPr>
            <a:picLocks noGrp="1" noChangeAspect="1"/>
          </p:cNvPicPr>
          <p:nvPr>
            <p:ph type="pic" sz="quarter" idx="13"/>
          </p:nvPr>
        </p:nvPicPr>
        <p:blipFill>
          <a:blip r:embed="rId3"/>
          <a:srcRect l="19239" r="16987"/>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22698567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5_ADDE63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1EAA0-5795-17F7-44AB-F8EE6316D38D}"/>
              </a:ext>
            </a:extLst>
          </p:cNvPr>
          <p:cNvSpPr>
            <a:spLocks noGrp="1"/>
          </p:cNvSpPr>
          <p:nvPr>
            <p:ph type="ctrTitle"/>
          </p:nvPr>
        </p:nvSpPr>
        <p:spPr>
          <a:xfrm>
            <a:off x="1522013" y="1282325"/>
            <a:ext cx="8893834" cy="3988550"/>
          </a:xfrm>
        </p:spPr>
        <p:txBody>
          <a:bodyPr anchor="ctr">
            <a:normAutofit/>
          </a:bodyPr>
          <a:lstStyle/>
          <a:p>
            <a:r>
              <a:rPr lang="en-US"/>
              <a:t>Problem Definition and Project Goals</a:t>
            </a:r>
          </a:p>
        </p:txBody>
      </p:sp>
    </p:spTree>
    <p:extLst>
      <p:ext uri="{BB962C8B-B14F-4D97-AF65-F5344CB8AC3E}">
        <p14:creationId xmlns:p14="http://schemas.microsoft.com/office/powerpoint/2010/main" val="29170329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6_8CA26F4B.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7191C7-26F3-8825-D792-D22C1A80D4C4}"/>
              </a:ext>
            </a:extLst>
          </p:cNvPr>
          <p:cNvSpPr>
            <a:spLocks noGrp="1"/>
          </p:cNvSpPr>
          <p:nvPr>
            <p:ph type="title"/>
          </p:nvPr>
        </p:nvSpPr>
        <p:spPr>
          <a:xfrm>
            <a:off x="612647" y="552478"/>
            <a:ext cx="6858000" cy="932688"/>
          </a:xfrm>
        </p:spPr>
        <p:txBody>
          <a:bodyPr anchor="b">
            <a:normAutofit/>
          </a:bodyPr>
          <a:lstStyle/>
          <a:p>
            <a:r>
              <a:rPr lang="en-US" sz="2800"/>
              <a:t>Problem Statement: Challenges in Managing Hospital Patient Data</a:t>
            </a:r>
          </a:p>
        </p:txBody>
      </p:sp>
      <p:sp>
        <p:nvSpPr>
          <p:cNvPr id="3" name="Content Placeholder 2">
            <a:extLst>
              <a:ext uri="{FF2B5EF4-FFF2-40B4-BE49-F238E27FC236}">
                <a16:creationId xmlns:a16="http://schemas.microsoft.com/office/drawing/2014/main" id="{845E211F-360B-5312-4F15-EBAB0287156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lvl="0" indent="0">
              <a:spcBef>
                <a:spcPts val="2500"/>
              </a:spcBef>
              <a:buFont typeface="Arial" panose="020B0604020202020204" pitchFamily="34" charset="0"/>
              <a:buNone/>
            </a:pPr>
            <a:r>
              <a:rPr lang="en-US" sz="1400" b="1"/>
              <a:t>Data Volume and Complexity</a:t>
            </a:r>
          </a:p>
          <a:p>
            <a:pPr marL="0" lvl="1" indent="0">
              <a:buFont typeface="Arial" panose="020B0604020202020204" pitchFamily="34" charset="0"/>
              <a:buNone/>
            </a:pPr>
            <a:r>
              <a:rPr lang="en-US" sz="1400"/>
              <a:t>Hospitals generate large volumes of diverse patient data daily, making manual management inefficient and error-prone.</a:t>
            </a:r>
          </a:p>
          <a:p>
            <a:pPr marL="0" lvl="0" indent="0">
              <a:spcBef>
                <a:spcPts val="2500"/>
              </a:spcBef>
              <a:buFont typeface="Arial" panose="020B0604020202020204" pitchFamily="34" charset="0"/>
              <a:buNone/>
            </a:pPr>
            <a:r>
              <a:rPr lang="en-US" sz="1400" b="1"/>
              <a:t>Lack of Centralized Tools</a:t>
            </a:r>
          </a:p>
          <a:p>
            <a:pPr marL="0" lvl="1" indent="0">
              <a:buFont typeface="Arial" panose="020B0604020202020204" pitchFamily="34" charset="0"/>
              <a:buNone/>
            </a:pPr>
            <a:r>
              <a:rPr lang="en-US" sz="1400"/>
              <a:t>Absence of automated, centralized dashboards hinders meaningful analysis of patient trends and treatment outcomes.</a:t>
            </a:r>
          </a:p>
          <a:p>
            <a:pPr marL="0" lvl="0" indent="0">
              <a:spcBef>
                <a:spcPts val="2500"/>
              </a:spcBef>
              <a:buFont typeface="Arial" panose="020B0604020202020204" pitchFamily="34" charset="0"/>
              <a:buNone/>
            </a:pPr>
            <a:r>
              <a:rPr lang="en-US" sz="1400" b="1"/>
              <a:t>Impact on Decision-Making</a:t>
            </a:r>
          </a:p>
          <a:p>
            <a:pPr marL="0" lvl="1" indent="0">
              <a:buFont typeface="Arial" panose="020B0604020202020204" pitchFamily="34" charset="0"/>
              <a:buNone/>
            </a:pPr>
            <a:r>
              <a:rPr lang="en-US" sz="1400"/>
              <a:t>Without visual analytics, hospital staff face challenges in strategic planning, resource allocation, and quality assessment.</a:t>
            </a:r>
          </a:p>
          <a:p>
            <a:pPr marL="0" lvl="0" indent="0">
              <a:spcBef>
                <a:spcPts val="2500"/>
              </a:spcBef>
              <a:buFont typeface="Arial" panose="020B0604020202020204" pitchFamily="34" charset="0"/>
              <a:buNone/>
            </a:pPr>
            <a:r>
              <a:rPr lang="en-US" sz="1400" b="1"/>
              <a:t>Automation and Visualization Solution</a:t>
            </a:r>
          </a:p>
          <a:p>
            <a:pPr marL="0" lvl="1" indent="0">
              <a:buFont typeface="Arial" panose="020B0604020202020204" pitchFamily="34" charset="0"/>
              <a:buNone/>
            </a:pPr>
            <a:r>
              <a:rPr lang="en-US" sz="1400"/>
              <a:t>Proposed Python-based dashboard automates data processing and provides clear, interactive visualizations to improve reliability.</a:t>
            </a:r>
          </a:p>
        </p:txBody>
      </p:sp>
      <p:pic>
        <p:nvPicPr>
          <p:cNvPr id="5" name="Content Placeholder 4" descr="glass cubes on white background.">
            <a:extLst>
              <a:ext uri="{FF2B5EF4-FFF2-40B4-BE49-F238E27FC236}">
                <a16:creationId xmlns:a16="http://schemas.microsoft.com/office/drawing/2014/main" id="{AF5272FA-673C-4557-B8A3-5CE7CD5C98D8}"/>
              </a:ext>
            </a:extLst>
          </p:cNvPr>
          <p:cNvPicPr>
            <a:picLocks noGrp="1" noChangeAspect="1"/>
          </p:cNvPicPr>
          <p:nvPr>
            <p:ph type="pic" sz="quarter" idx="13"/>
          </p:nvPr>
        </p:nvPicPr>
        <p:blipFill>
          <a:blip r:embed="rId3"/>
          <a:srcRect l="23313" r="31846"/>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23594555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7_FB65EFB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37F7B-6C28-C69C-3EEF-E25AA2C5FAEC}"/>
              </a:ext>
            </a:extLst>
          </p:cNvPr>
          <p:cNvSpPr>
            <a:spLocks noGrp="1"/>
          </p:cNvSpPr>
          <p:nvPr>
            <p:ph type="title"/>
          </p:nvPr>
        </p:nvSpPr>
        <p:spPr>
          <a:xfrm>
            <a:off x="612647" y="552478"/>
            <a:ext cx="6858000" cy="932688"/>
          </a:xfrm>
        </p:spPr>
        <p:txBody>
          <a:bodyPr anchor="b">
            <a:normAutofit/>
          </a:bodyPr>
          <a:lstStyle/>
          <a:p>
            <a:r>
              <a:rPr lang="en-US" sz="2800"/>
              <a:t>Project Objectives and Expected Outcomes</a:t>
            </a:r>
          </a:p>
        </p:txBody>
      </p:sp>
      <p:sp>
        <p:nvSpPr>
          <p:cNvPr id="3" name="Content Placeholder 2">
            <a:extLst>
              <a:ext uri="{FF2B5EF4-FFF2-40B4-BE49-F238E27FC236}">
                <a16:creationId xmlns:a16="http://schemas.microsoft.com/office/drawing/2014/main" id="{F09611E8-7B6F-8E7F-E404-7DCED828FE1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lvl="0" indent="0">
              <a:spcBef>
                <a:spcPts val="2500"/>
              </a:spcBef>
              <a:buFont typeface="Arial" panose="020B0604020202020204" pitchFamily="34" charset="0"/>
              <a:buNone/>
            </a:pPr>
            <a:r>
              <a:rPr lang="en-US" sz="1400" b="1"/>
              <a:t>User-Friendly Data Exploration</a:t>
            </a:r>
          </a:p>
          <a:p>
            <a:pPr marL="0" lvl="1" indent="0">
              <a:buFont typeface="Arial" panose="020B0604020202020204" pitchFamily="34" charset="0"/>
              <a:buNone/>
            </a:pPr>
            <a:r>
              <a:rPr lang="en-US" sz="1400"/>
              <a:t>The dashboard enables efficient analysis with intuitive navigation and summarized patient information views.</a:t>
            </a:r>
          </a:p>
          <a:p>
            <a:pPr marL="0" lvl="0" indent="0">
              <a:spcBef>
                <a:spcPts val="2500"/>
              </a:spcBef>
              <a:buFont typeface="Arial" panose="020B0604020202020204" pitchFamily="34" charset="0"/>
              <a:buNone/>
            </a:pPr>
            <a:r>
              <a:rPr lang="en-US" sz="1400" b="1"/>
              <a:t>Statistical Computation with Pandas</a:t>
            </a:r>
          </a:p>
          <a:p>
            <a:pPr marL="0" lvl="1" indent="0">
              <a:buFont typeface="Arial" panose="020B0604020202020204" pitchFamily="34" charset="0"/>
              <a:buNone/>
            </a:pPr>
            <a:r>
              <a:rPr lang="en-US" sz="1400"/>
              <a:t>Accurate calculations of key metrics like average age, hospital stay, and billing are performed using Pandas.</a:t>
            </a:r>
          </a:p>
          <a:p>
            <a:pPr marL="0" lvl="0" indent="0">
              <a:spcBef>
                <a:spcPts val="2500"/>
              </a:spcBef>
              <a:buFont typeface="Arial" panose="020B0604020202020204" pitchFamily="34" charset="0"/>
              <a:buNone/>
            </a:pPr>
            <a:r>
              <a:rPr lang="en-US" sz="1400" b="1"/>
              <a:t>Visualization Using Matplotlib</a:t>
            </a:r>
          </a:p>
          <a:p>
            <a:pPr marL="0" lvl="1" indent="0">
              <a:buFont typeface="Arial" panose="020B0604020202020204" pitchFamily="34" charset="0"/>
              <a:buNone/>
            </a:pPr>
            <a:r>
              <a:rPr lang="en-US" sz="1400"/>
              <a:t>Graphical charts generated with Matplotlib improve interpretability of patient statistics and trends.</a:t>
            </a:r>
          </a:p>
          <a:p>
            <a:pPr marL="0" lvl="0" indent="0">
              <a:spcBef>
                <a:spcPts val="2500"/>
              </a:spcBef>
              <a:buFont typeface="Arial" panose="020B0604020202020204" pitchFamily="34" charset="0"/>
              <a:buNone/>
            </a:pPr>
            <a:r>
              <a:rPr lang="en-US" sz="1400" b="1"/>
              <a:t>Healthcare Decision Support</a:t>
            </a:r>
          </a:p>
          <a:p>
            <a:pPr marL="0" lvl="1" indent="0">
              <a:buFont typeface="Arial" panose="020B0604020202020204" pitchFamily="34" charset="0"/>
              <a:buNone/>
            </a:pPr>
            <a:r>
              <a:rPr lang="en-US" sz="1400"/>
              <a:t>The dashboard supports healthcare decision-making by quickly revealing key trends and performance indicators.</a:t>
            </a:r>
          </a:p>
        </p:txBody>
      </p:sp>
      <p:pic>
        <p:nvPicPr>
          <p:cNvPr id="5" name="Content Placeholder 4" descr="numerals and finance">
            <a:extLst>
              <a:ext uri="{FF2B5EF4-FFF2-40B4-BE49-F238E27FC236}">
                <a16:creationId xmlns:a16="http://schemas.microsoft.com/office/drawing/2014/main" id="{19FE851E-DABF-4096-A30E-D1F1D8AC3FFE}"/>
              </a:ext>
            </a:extLst>
          </p:cNvPr>
          <p:cNvPicPr>
            <a:picLocks noGrp="1" noChangeAspect="1"/>
          </p:cNvPicPr>
          <p:nvPr>
            <p:ph type="pic" sz="quarter" idx="13"/>
          </p:nvPr>
        </p:nvPicPr>
        <p:blipFill>
          <a:blip r:embed="rId3"/>
          <a:srcRect l="15266" r="44825"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42177617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08_4E25A6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B38BB-F09B-23DC-B102-801ABD87D211}"/>
              </a:ext>
            </a:extLst>
          </p:cNvPr>
          <p:cNvSpPr>
            <a:spLocks noGrp="1"/>
          </p:cNvSpPr>
          <p:nvPr>
            <p:ph type="ctrTitle"/>
          </p:nvPr>
        </p:nvSpPr>
        <p:spPr>
          <a:xfrm>
            <a:off x="1522013" y="1282325"/>
            <a:ext cx="8893834" cy="3988550"/>
          </a:xfrm>
        </p:spPr>
        <p:txBody>
          <a:bodyPr anchor="ctr">
            <a:normAutofit/>
          </a:bodyPr>
          <a:lstStyle/>
          <a:p>
            <a:r>
              <a:rPr lang="en-US"/>
              <a:t>Technology Stack and Data Foundation</a:t>
            </a:r>
          </a:p>
        </p:txBody>
      </p:sp>
    </p:spTree>
    <p:extLst>
      <p:ext uri="{BB962C8B-B14F-4D97-AF65-F5344CB8AC3E}">
        <p14:creationId xmlns:p14="http://schemas.microsoft.com/office/powerpoint/2010/main" val="13110902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9_8E6CD4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412A4-2063-7FEF-7DE7-DDF181B4337F}"/>
              </a:ext>
            </a:extLst>
          </p:cNvPr>
          <p:cNvSpPr>
            <a:spLocks noGrp="1"/>
          </p:cNvSpPr>
          <p:nvPr>
            <p:ph type="title"/>
          </p:nvPr>
        </p:nvSpPr>
        <p:spPr>
          <a:xfrm>
            <a:off x="612647" y="552478"/>
            <a:ext cx="6858000" cy="932688"/>
          </a:xfrm>
        </p:spPr>
        <p:txBody>
          <a:bodyPr anchor="b">
            <a:normAutofit/>
          </a:bodyPr>
          <a:lstStyle/>
          <a:p>
            <a:r>
              <a:rPr lang="en-US" sz="2800"/>
              <a:t>Tools and Technologies Used in the Dashboard</a:t>
            </a:r>
          </a:p>
        </p:txBody>
      </p:sp>
      <p:sp>
        <p:nvSpPr>
          <p:cNvPr id="3" name="Content Placeholder 2">
            <a:extLst>
              <a:ext uri="{FF2B5EF4-FFF2-40B4-BE49-F238E27FC236}">
                <a16:creationId xmlns:a16="http://schemas.microsoft.com/office/drawing/2014/main" id="{B06E0AD0-2446-EE2D-FE3C-38F6DC9BBB9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lvl="0" indent="0">
              <a:spcBef>
                <a:spcPts val="2500"/>
              </a:spcBef>
              <a:buFont typeface="Arial" panose="020B0604020202020204" pitchFamily="34" charset="0"/>
              <a:buNone/>
            </a:pPr>
            <a:r>
              <a:rPr lang="en-US" sz="1400" b="1"/>
              <a:t>Core Programming Language</a:t>
            </a:r>
          </a:p>
          <a:p>
            <a:pPr marL="0" lvl="1" indent="0">
              <a:buFont typeface="Arial" panose="020B0604020202020204" pitchFamily="34" charset="0"/>
              <a:buNone/>
            </a:pPr>
            <a:r>
              <a:rPr lang="en-US" sz="1400"/>
              <a:t>Python is used for its readability, extensive libraries, and strong support in data analysis and processing.</a:t>
            </a:r>
          </a:p>
          <a:p>
            <a:pPr marL="0" lvl="0" indent="0">
              <a:spcBef>
                <a:spcPts val="2500"/>
              </a:spcBef>
              <a:buFont typeface="Arial" panose="020B0604020202020204" pitchFamily="34" charset="0"/>
              <a:buNone/>
            </a:pPr>
            <a:r>
              <a:rPr lang="en-US" sz="1400" b="1"/>
              <a:t>User Interface Framework</a:t>
            </a:r>
          </a:p>
          <a:p>
            <a:pPr marL="0" lvl="1" indent="0">
              <a:buFont typeface="Arial" panose="020B0604020202020204" pitchFamily="34" charset="0"/>
              <a:buNone/>
            </a:pPr>
            <a:r>
              <a:rPr lang="en-US" sz="1400"/>
              <a:t>Tkinter provides a simple, dependency-free GUI framework for desktop application interfaces.</a:t>
            </a:r>
          </a:p>
          <a:p>
            <a:pPr marL="0" lvl="0" indent="0">
              <a:spcBef>
                <a:spcPts val="2500"/>
              </a:spcBef>
              <a:buFont typeface="Arial" panose="020B0604020202020204" pitchFamily="34" charset="0"/>
              <a:buNone/>
            </a:pPr>
            <a:r>
              <a:rPr lang="en-US" sz="1400" b="1"/>
              <a:t>Data Manipulation Tools</a:t>
            </a:r>
          </a:p>
          <a:p>
            <a:pPr marL="0" lvl="1" indent="0">
              <a:buFont typeface="Arial" panose="020B0604020202020204" pitchFamily="34" charset="0"/>
              <a:buNone/>
            </a:pPr>
            <a:r>
              <a:rPr lang="en-US" sz="1400"/>
              <a:t>Pandas is employed for efficient CSV data handling, missing value management, and statistical computation.</a:t>
            </a:r>
          </a:p>
          <a:p>
            <a:pPr marL="0" lvl="0" indent="0">
              <a:spcBef>
                <a:spcPts val="2500"/>
              </a:spcBef>
              <a:buFont typeface="Arial" panose="020B0604020202020204" pitchFamily="34" charset="0"/>
              <a:buNone/>
            </a:pPr>
            <a:r>
              <a:rPr lang="en-US" sz="1400" b="1"/>
              <a:t>Data Visualization</a:t>
            </a:r>
          </a:p>
          <a:p>
            <a:pPr marL="0" lvl="1" indent="0">
              <a:buFont typeface="Arial" panose="020B0604020202020204" pitchFamily="34" charset="0"/>
              <a:buNone/>
            </a:pPr>
            <a:r>
              <a:rPr lang="en-US" sz="1400"/>
              <a:t>Matplotlib creates customizable charts that clearly communicate analysis results.</a:t>
            </a:r>
          </a:p>
        </p:txBody>
      </p:sp>
      <p:pic>
        <p:nvPicPr>
          <p:cNvPr id="5" name="Content Placeholder 4" descr="Shot of young woman programming at her home office.">
            <a:extLst>
              <a:ext uri="{FF2B5EF4-FFF2-40B4-BE49-F238E27FC236}">
                <a16:creationId xmlns:a16="http://schemas.microsoft.com/office/drawing/2014/main" id="{BA37D8C4-3CB9-42CA-9C21-A367B4592869}"/>
              </a:ext>
            </a:extLst>
          </p:cNvPr>
          <p:cNvPicPr>
            <a:picLocks noGrp="1" noChangeAspect="1"/>
          </p:cNvPicPr>
          <p:nvPr>
            <p:ph type="pic" sz="quarter" idx="13"/>
          </p:nvPr>
        </p:nvPicPr>
        <p:blipFill>
          <a:blip r:embed="rId3"/>
          <a:srcRect l="27366" r="32725"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23894969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_A10_2F4BE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D9B9A-4CB5-52D2-E747-41BBCE8A4A98}"/>
              </a:ext>
            </a:extLst>
          </p:cNvPr>
          <p:cNvSpPr>
            <a:spLocks noGrp="1"/>
          </p:cNvSpPr>
          <p:nvPr>
            <p:ph type="title"/>
          </p:nvPr>
        </p:nvSpPr>
        <p:spPr>
          <a:xfrm>
            <a:off x="612647" y="552478"/>
            <a:ext cx="6858000" cy="932688"/>
          </a:xfrm>
        </p:spPr>
        <p:txBody>
          <a:bodyPr anchor="b">
            <a:normAutofit/>
          </a:bodyPr>
          <a:lstStyle/>
          <a:p>
            <a:r>
              <a:rPr lang="en-US" sz="2800"/>
              <a:t>Challenges, Future Enhancements, and Conclusion</a:t>
            </a:r>
          </a:p>
        </p:txBody>
      </p:sp>
      <p:sp>
        <p:nvSpPr>
          <p:cNvPr id="3" name="Content Placeholder 2">
            <a:extLst>
              <a:ext uri="{FF2B5EF4-FFF2-40B4-BE49-F238E27FC236}">
                <a16:creationId xmlns:a16="http://schemas.microsoft.com/office/drawing/2014/main" id="{1849D8DD-B28F-53E3-F077-75A1085F3ED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lvl="0" indent="0">
              <a:spcBef>
                <a:spcPts val="2500"/>
              </a:spcBef>
              <a:buFont typeface="Arial" panose="020B0604020202020204" pitchFamily="34" charset="0"/>
              <a:buNone/>
            </a:pPr>
            <a:r>
              <a:rPr lang="en-US" sz="1400" b="1"/>
              <a:t>Development Challenges</a:t>
            </a:r>
          </a:p>
          <a:p>
            <a:pPr marL="0" lvl="1" indent="0">
              <a:buFont typeface="Arial" panose="020B0604020202020204" pitchFamily="34" charset="0"/>
              <a:buNone/>
            </a:pPr>
            <a:r>
              <a:rPr lang="en-US" sz="1400"/>
              <a:t>Key challenges included dataset management, data inconsistencies, GUI design, and chart integration within the application.</a:t>
            </a:r>
          </a:p>
          <a:p>
            <a:pPr marL="0" lvl="0" indent="0">
              <a:spcBef>
                <a:spcPts val="2500"/>
              </a:spcBef>
              <a:buFont typeface="Arial" panose="020B0604020202020204" pitchFamily="34" charset="0"/>
              <a:buNone/>
            </a:pPr>
            <a:r>
              <a:rPr lang="en-US" sz="1400" b="1"/>
              <a:t>Future Enhancements</a:t>
            </a:r>
          </a:p>
          <a:p>
            <a:pPr marL="0" lvl="1" indent="0">
              <a:buFont typeface="Arial" panose="020B0604020202020204" pitchFamily="34" charset="0"/>
              <a:buNone/>
            </a:pPr>
            <a:r>
              <a:rPr lang="en-US" sz="1400"/>
              <a:t>Planned improvements include database integration, user authentication, real-time monitoring, and cloud deployment.</a:t>
            </a:r>
          </a:p>
          <a:p>
            <a:pPr marL="0" lvl="0" indent="0">
              <a:spcBef>
                <a:spcPts val="2500"/>
              </a:spcBef>
              <a:buFont typeface="Arial" panose="020B0604020202020204" pitchFamily="34" charset="0"/>
              <a:buNone/>
            </a:pPr>
            <a:r>
              <a:rPr lang="en-US" sz="1400" b="1"/>
              <a:t>Advanced Features</a:t>
            </a:r>
          </a:p>
          <a:p>
            <a:pPr marL="0" lvl="1" indent="0">
              <a:buFont typeface="Arial" panose="020B0604020202020204" pitchFamily="34" charset="0"/>
              <a:buNone/>
            </a:pPr>
            <a:r>
              <a:rPr lang="en-US" sz="1400"/>
              <a:t>Incorporating machine learning for disease prediction and web-based dashboards will expand system capabilities.</a:t>
            </a:r>
          </a:p>
          <a:p>
            <a:pPr marL="0" lvl="0" indent="0">
              <a:spcBef>
                <a:spcPts val="2500"/>
              </a:spcBef>
              <a:buFont typeface="Arial" panose="020B0604020202020204" pitchFamily="34" charset="0"/>
              <a:buNone/>
            </a:pPr>
            <a:r>
              <a:rPr lang="en-US" sz="1400" b="1"/>
              <a:t>Project Conclusion</a:t>
            </a:r>
          </a:p>
          <a:p>
            <a:pPr marL="0" lvl="1" indent="0">
              <a:buFont typeface="Arial" panose="020B0604020202020204" pitchFamily="34" charset="0"/>
              <a:buNone/>
            </a:pPr>
            <a:r>
              <a:rPr lang="en-US" sz="1400"/>
              <a:t>The dashboard showcases Python’s practical use in healthcare analytics, supporting better data analysis and decisions.</a:t>
            </a:r>
          </a:p>
        </p:txBody>
      </p:sp>
      <p:pic>
        <p:nvPicPr>
          <p:cNvPr id="5" name="Content Placeholder 4" descr="Computer script on a screen">
            <a:extLst>
              <a:ext uri="{FF2B5EF4-FFF2-40B4-BE49-F238E27FC236}">
                <a16:creationId xmlns:a16="http://schemas.microsoft.com/office/drawing/2014/main" id="{03CA5723-7727-4A88-A203-C2314CF2EC9A}"/>
              </a:ext>
            </a:extLst>
          </p:cNvPr>
          <p:cNvPicPr>
            <a:picLocks noGrp="1" noChangeAspect="1"/>
          </p:cNvPicPr>
          <p:nvPr>
            <p:ph type="pic" sz="quarter" idx="13"/>
          </p:nvPr>
        </p:nvPicPr>
        <p:blipFill>
          <a:blip r:embed="rId3"/>
          <a:srcRect l="9739" r="50352" b="-1"/>
          <a:stretch>
            <a:fillRect/>
          </a:stretch>
        </p:blipFill>
        <p:spPr>
          <a:xfrm>
            <a:off x="8091732" y="10"/>
            <a:ext cx="4100267" cy="6857990"/>
          </a:xfrm>
          <a:solidFill>
            <a:srgbClr val="F3EBE8"/>
          </a:solidFill>
        </p:spPr>
      </p:pic>
    </p:spTree>
    <p:extLst>
      <p:ext uri="{BB962C8B-B14F-4D97-AF65-F5344CB8AC3E}">
        <p14:creationId xmlns:p14="http://schemas.microsoft.com/office/powerpoint/2010/main" val="7935052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_0_7D0B894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E062C8C9.xml><?xml version="1.0" encoding="utf-8"?>
<a:theme xmlns:a="http://schemas.openxmlformats.org/drawingml/2006/main" name="Chalcot">
  <a:themeElements>
    <a:clrScheme name="Custom 2">
      <a:dk1>
        <a:srgbClr val="000000"/>
      </a:dk1>
      <a:lt1>
        <a:srgbClr val="F3EBE8"/>
      </a:lt1>
      <a:dk2>
        <a:srgbClr val="264653"/>
      </a:dk2>
      <a:lt2>
        <a:srgbClr val="FFFFFF"/>
      </a:lt2>
      <a:accent1>
        <a:srgbClr val="E9939D"/>
      </a:accent1>
      <a:accent2>
        <a:srgbClr val="E9C369"/>
      </a:accent2>
      <a:accent3>
        <a:srgbClr val="2A9D8F"/>
      </a:accent3>
      <a:accent4>
        <a:srgbClr val="F3D6CD"/>
      </a:accent4>
      <a:accent5>
        <a:srgbClr val="8CBA8F"/>
      </a:accent5>
      <a:accent6>
        <a:srgbClr val="919FA9"/>
      </a:accent6>
      <a:hlink>
        <a:srgbClr val="8F45C7"/>
      </a:hlink>
      <a:folHlink>
        <a:srgbClr val="D08A55"/>
      </a:folHlink>
    </a:clrScheme>
    <a:fontScheme name="Custom 362">
      <a:majorFont>
        <a:latin typeface="Century Gothic"/>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halcot_Copilot Layouts_win32_LW_V5" id="{BB83E610-C1CA-49EC-A787-4EFEA8456B79}" vid="{40FB1116-6983-46AA-9CD7-BA42C7965D41}"/>
    </a:ext>
  </a:extLst>
</a:theme>
</file>

<file path=docProps/core.xml><?xml version="1.0" encoding="utf-8"?>
<cp:coreProperties xmlns:cp="http://schemas.openxmlformats.org/package/2006/metadata/core-properties" xmlns:dc="http://purl.org/dc/elements/1.1/" xmlns:dcterms="http://purl.org/dc/terms/" xmlns:xsi="http://www.w3.org/2001/XMLSchema-instance">
  <dc:creator>B25F1355DS014@paf-iast.edu.pk</dc:creator>
  <cp:lastModifiedBy>B25F1355DS014@paf-iast.edu.pk</cp:lastModifiedBy>
</cp:coreProperties>
</file>